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536" r:id="rId2"/>
    <p:sldId id="535" r:id="rId3"/>
    <p:sldId id="513" r:id="rId4"/>
    <p:sldId id="537" r:id="rId5"/>
    <p:sldId id="523" r:id="rId6"/>
    <p:sldId id="378" r:id="rId7"/>
    <p:sldId id="379" r:id="rId8"/>
    <p:sldId id="334" r:id="rId9"/>
    <p:sldId id="410" r:id="rId10"/>
    <p:sldId id="335" r:id="rId11"/>
    <p:sldId id="419" r:id="rId12"/>
    <p:sldId id="421" r:id="rId13"/>
    <p:sldId id="422" r:id="rId14"/>
    <p:sldId id="423" r:id="rId15"/>
    <p:sldId id="524" r:id="rId16"/>
    <p:sldId id="424" r:id="rId17"/>
    <p:sldId id="425" r:id="rId18"/>
    <p:sldId id="426" r:id="rId19"/>
    <p:sldId id="427" r:id="rId20"/>
    <p:sldId id="428" r:id="rId21"/>
    <p:sldId id="429" r:id="rId22"/>
    <p:sldId id="539" r:id="rId23"/>
    <p:sldId id="430" r:id="rId24"/>
    <p:sldId id="540" r:id="rId25"/>
    <p:sldId id="431" r:id="rId26"/>
    <p:sldId id="432" r:id="rId27"/>
    <p:sldId id="433" r:id="rId28"/>
    <p:sldId id="434" r:id="rId29"/>
    <p:sldId id="435" r:id="rId30"/>
    <p:sldId id="436" r:id="rId31"/>
    <p:sldId id="437" r:id="rId32"/>
    <p:sldId id="438" r:id="rId33"/>
    <p:sldId id="439" r:id="rId34"/>
    <p:sldId id="440" r:id="rId35"/>
    <p:sldId id="538" r:id="rId36"/>
    <p:sldId id="441" r:id="rId37"/>
    <p:sldId id="541" r:id="rId38"/>
    <p:sldId id="542" r:id="rId39"/>
    <p:sldId id="543" r:id="rId40"/>
    <p:sldId id="544" r:id="rId41"/>
    <p:sldId id="545" r:id="rId42"/>
    <p:sldId id="546" r:id="rId43"/>
    <p:sldId id="547" r:id="rId44"/>
    <p:sldId id="548" r:id="rId45"/>
  </p:sldIdLst>
  <p:sldSz cx="9144000" cy="6858000" type="screen4x3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rgbClr val="FF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B4EAE4"/>
    <a:srgbClr val="009900"/>
    <a:srgbClr val="00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368" autoAdjust="0"/>
  </p:normalViewPr>
  <p:slideViewPr>
    <p:cSldViewPr snapToGrid="0">
      <p:cViewPr varScale="1">
        <p:scale>
          <a:sx n="64" d="100"/>
          <a:sy n="64" d="100"/>
        </p:scale>
        <p:origin x="13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66" d="100"/>
          <a:sy n="66" d="100"/>
        </p:scale>
        <p:origin x="-1524" y="-72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>
            <a:extLst>
              <a:ext uri="{FF2B5EF4-FFF2-40B4-BE49-F238E27FC236}">
                <a16:creationId xmlns:a16="http://schemas.microsoft.com/office/drawing/2014/main" id="{D83151C2-D269-D974-CA09-5702561F553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5379" name="Rectangle 3">
            <a:extLst>
              <a:ext uri="{FF2B5EF4-FFF2-40B4-BE49-F238E27FC236}">
                <a16:creationId xmlns:a16="http://schemas.microsoft.com/office/drawing/2014/main" id="{57B56CEA-E60B-2497-461D-0581D8E7473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21374D56-A215-90CC-75F3-B87054A137D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5381" name="Rectangle 5">
            <a:extLst>
              <a:ext uri="{FF2B5EF4-FFF2-40B4-BE49-F238E27FC236}">
                <a16:creationId xmlns:a16="http://schemas.microsoft.com/office/drawing/2014/main" id="{9B25B07C-1885-E25B-CF07-0FDE107E563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fld id="{C6F86E61-9386-4200-B8B4-CE579F14E4F2}" type="slidenum">
              <a:rPr lang="en-US" altLang="nl-NL"/>
              <a:pPr/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F00AB8EA-889B-7FB7-6C84-3E7FCFE9115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5D31D663-DE11-4C58-B26B-69C3DC0573B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7B038E1-8364-B69F-8CA9-ADC1CDE5626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45" name="Rectangle 5">
            <a:extLst>
              <a:ext uri="{FF2B5EF4-FFF2-40B4-BE49-F238E27FC236}">
                <a16:creationId xmlns:a16="http://schemas.microsoft.com/office/drawing/2014/main" id="{CBD1B3AA-3ACF-4298-783D-E6F4CF502A8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112646" name="Rectangle 6">
            <a:extLst>
              <a:ext uri="{FF2B5EF4-FFF2-40B4-BE49-F238E27FC236}">
                <a16:creationId xmlns:a16="http://schemas.microsoft.com/office/drawing/2014/main" id="{570867DB-C1AF-3170-D117-23AEB49D59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47" name="Rectangle 7">
            <a:extLst>
              <a:ext uri="{FF2B5EF4-FFF2-40B4-BE49-F238E27FC236}">
                <a16:creationId xmlns:a16="http://schemas.microsoft.com/office/drawing/2014/main" id="{89911227-AD66-F3EE-3FE2-C2D3CC2A56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fld id="{C40DD902-C76B-4FA8-93ED-1C22636272DD}" type="slidenum">
              <a:rPr lang="nl-NL" altLang="nl-NL"/>
              <a:pPr/>
              <a:t>‹nr.›</a:t>
            </a:fld>
            <a:endParaRPr lang="nl-NL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76657B89-DECF-ED9F-A046-3EAA8B14AD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32B524-E78C-4A02-858E-5CB838EA6FDC}" type="slidenum">
              <a:rPr lang="nl-NL" altLang="nl-NL"/>
              <a:pPr>
                <a:spcBef>
                  <a:spcPct val="0"/>
                </a:spcBef>
              </a:pPr>
              <a:t>1</a:t>
            </a:fld>
            <a:endParaRPr lang="nl-NL" altLang="nl-NL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7E78280A-62B5-A263-33B9-D5E9F4EE1E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A16DAB2-3110-E1C9-2420-F63712EA3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2C597467-BF80-C777-75B5-07B39DCD56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86A88C-D098-4E9F-B027-9955F04D1CF2}" type="slidenum">
              <a:rPr lang="nl-NL" altLang="nl-NL"/>
              <a:pPr>
                <a:spcBef>
                  <a:spcPct val="0"/>
                </a:spcBef>
              </a:pPr>
              <a:t>2</a:t>
            </a:fld>
            <a:endParaRPr lang="nl-NL" altLang="nl-NL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CE4EC80-9E9E-A408-8AC1-A84D974A80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DC094B58-CA1E-977F-7204-24896CAC8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96335BE-64B9-CC60-0033-C0A04F1AE7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46AA99-4200-47F8-82DF-16F5879100BD}" type="slidenum">
              <a:rPr lang="nl-NL" altLang="nl-NL"/>
              <a:pPr>
                <a:spcBef>
                  <a:spcPct val="0"/>
                </a:spcBef>
              </a:pPr>
              <a:t>4</a:t>
            </a:fld>
            <a:endParaRPr lang="nl-NL" altLang="nl-NL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A63D3525-B208-D1C0-4EFE-4BD5D754FF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485FF2B8-8A92-3A4F-0200-3CC247118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8A93A149-45FE-31B7-8F4C-84E7A77800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6BEC25-F12E-417A-A885-DF83C55E8344}" type="slidenum">
              <a:rPr lang="nl-NL" altLang="nl-NL"/>
              <a:pPr>
                <a:spcBef>
                  <a:spcPct val="0"/>
                </a:spcBef>
              </a:pPr>
              <a:t>5</a:t>
            </a:fld>
            <a:endParaRPr lang="nl-NL" altLang="nl-NL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3EFD30E9-B374-9155-066F-4602252309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4B0E2A9C-FAF5-A3D6-B4AB-2AA58408B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6645589A-7082-7651-6066-7B4EFC2239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57C5A4-AD47-4FBF-BE00-83A61B1189C4}" type="slidenum">
              <a:rPr lang="nl-NL" altLang="nl-NL"/>
              <a:pPr>
                <a:spcBef>
                  <a:spcPct val="0"/>
                </a:spcBef>
              </a:pPr>
              <a:t>6</a:t>
            </a:fld>
            <a:endParaRPr lang="nl-NL" altLang="nl-NL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EEF250E6-73FD-33B8-B6B3-03C90B7D6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FCA1EB65-38E5-A4AD-3EF2-ACDC23B07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CE509232-8F69-618D-BFD3-76CED33BEC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785257-0C77-460D-9AC3-31733B27A491}" type="slidenum">
              <a:rPr lang="nl-NL" altLang="nl-NL"/>
              <a:pPr>
                <a:spcBef>
                  <a:spcPct val="0"/>
                </a:spcBef>
              </a:pPr>
              <a:t>7</a:t>
            </a:fld>
            <a:endParaRPr lang="nl-NL" altLang="nl-NL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5E20D64-6751-5564-AC49-6C674534CF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2A4F7DE8-93A6-C9EE-4960-E6938D7B2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72631FBD-3B24-ED25-5FEF-9AF40E8CB0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65809FE-A66C-49F1-BB7C-21807B2AE074}" type="slidenum">
              <a:rPr lang="nl-NL" altLang="nl-NL"/>
              <a:pPr>
                <a:spcBef>
                  <a:spcPct val="0"/>
                </a:spcBef>
              </a:pPr>
              <a:t>8</a:t>
            </a:fld>
            <a:endParaRPr lang="nl-NL" altLang="nl-NL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A7542A3-8E28-F6C7-8553-2B1D38D88C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D4E4F2D4-528F-B6E0-32C0-9EA9C70C1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25E9DA7F-BEAC-D322-817F-A546633668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905CA9-7E8C-4613-805E-26EBDB131BC0}" type="slidenum">
              <a:rPr lang="nl-NL" altLang="nl-NL"/>
              <a:pPr>
                <a:spcBef>
                  <a:spcPct val="0"/>
                </a:spcBef>
              </a:pPr>
              <a:t>9</a:t>
            </a:fld>
            <a:endParaRPr lang="nl-NL" altLang="nl-NL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77E65835-F300-6B10-0AD8-2E65F4A360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2B03D313-1C45-D6A5-A280-89A8F6B433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D9AC83D3-4350-EDAF-6225-3F65EE78AC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B0287D7-21A1-468D-9E36-77D4D0EAB120}" type="slidenum">
              <a:rPr lang="nl-NL" altLang="nl-NL"/>
              <a:pPr>
                <a:spcBef>
                  <a:spcPct val="0"/>
                </a:spcBef>
              </a:pPr>
              <a:t>10</a:t>
            </a:fld>
            <a:endParaRPr lang="nl-NL" altLang="nl-NL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E5B05862-1B2E-5C22-D3C8-60A63C60BD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15F24359-FB46-7752-D2D8-D32118D1D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2A609FC-48EC-D243-DBA4-A1336AA8BB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088E65-982F-4FB7-9623-65A18ECEF3AE}" type="slidenum">
              <a:rPr lang="nl-NL" altLang="nl-NL"/>
              <a:pPr>
                <a:spcBef>
                  <a:spcPct val="0"/>
                </a:spcBef>
              </a:pPr>
              <a:t>11</a:t>
            </a:fld>
            <a:endParaRPr lang="nl-NL" altLang="nl-NL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161FB87-6E28-B139-9FC3-2729646755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3E27844C-8BB3-ED08-92DF-7A817DADAC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56CF64A-5C3D-48C8-A83C-7B1F1B1C31A5}" type="slidenum">
              <a:rPr lang="nl-NL" altLang="nl-NL"/>
              <a:pPr>
                <a:spcBef>
                  <a:spcPct val="0"/>
                </a:spcBef>
              </a:pPr>
              <a:t>12</a:t>
            </a:fld>
            <a:endParaRPr lang="nl-NL" altLang="nl-NL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2B71455-B3C6-36FA-7DB9-16CFBBE302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8A532957-64FF-7FCB-9018-E7CA35939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55763E88-EBC9-B2B4-A17D-7ACA03B2E0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FCF512-99A0-4A3F-9229-940849C83E55}" type="slidenum">
              <a:rPr lang="nl-NL" altLang="nl-NL"/>
              <a:pPr>
                <a:spcBef>
                  <a:spcPct val="0"/>
                </a:spcBef>
              </a:pPr>
              <a:t>13</a:t>
            </a:fld>
            <a:endParaRPr lang="nl-NL" altLang="nl-NL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BE63278-265E-E341-12E6-D033B2188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4A5C22D8-625F-3D4C-B146-ABAE5B7412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7BBA1560-92B3-2FA3-32F9-1A255858E7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61E8E7-4578-4BBF-8AF4-93B6E3C19BF1}" type="slidenum">
              <a:rPr lang="nl-NL" altLang="nl-NL"/>
              <a:pPr>
                <a:spcBef>
                  <a:spcPct val="0"/>
                </a:spcBef>
              </a:pPr>
              <a:t>14</a:t>
            </a:fld>
            <a:endParaRPr lang="nl-NL" altLang="nl-NL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BFCBB04-2724-F942-A493-761C6FC498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8328F91B-BFF0-496D-9081-652DF97834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nl-NL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D990327-AAA0-23CA-8A75-10BB4E8E10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1A32E9A-D1B2-431B-BD1F-B1B1944639A1}" type="slidenum">
              <a:rPr lang="nl-NL" altLang="nl-NL"/>
              <a:pPr>
                <a:spcBef>
                  <a:spcPct val="0"/>
                </a:spcBef>
              </a:pPr>
              <a:t>16</a:t>
            </a:fld>
            <a:endParaRPr lang="nl-NL" altLang="nl-NL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E5FF820-4177-B43F-1664-A4714509B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BE42E6FB-5D08-7DDE-8252-42BD6D199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nl-NL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7AF2374-6411-8965-BFA4-228C23CC30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46747B-F79A-4BC4-ACC2-C552FFB2CB53}" type="slidenum">
              <a:rPr lang="nl-NL" altLang="nl-NL"/>
              <a:pPr>
                <a:spcBef>
                  <a:spcPct val="0"/>
                </a:spcBef>
              </a:pPr>
              <a:t>17</a:t>
            </a:fld>
            <a:endParaRPr lang="nl-NL" altLang="nl-NL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2FFC515-5F25-461D-2491-B8A94FDB9F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88C7881-1484-16CB-4142-9E02F563B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6BB46551-1E27-3274-CA9E-DDB933B902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7E7B73-848F-44C4-A500-BEC4EE813343}" type="slidenum">
              <a:rPr lang="nl-NL" altLang="nl-NL"/>
              <a:pPr>
                <a:spcBef>
                  <a:spcPct val="0"/>
                </a:spcBef>
              </a:pPr>
              <a:t>18</a:t>
            </a:fld>
            <a:endParaRPr lang="nl-NL" altLang="nl-NL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FB7381CD-6089-0AD4-A272-F57B1DB26F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4A6F65DD-811D-3B45-A812-BD549A13A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DE9C64B1-7591-8849-737F-431FC02421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DA3525-38C4-4F40-815E-60E96BD0FF1F}" type="slidenum">
              <a:rPr lang="nl-NL" altLang="nl-NL"/>
              <a:pPr>
                <a:spcBef>
                  <a:spcPct val="0"/>
                </a:spcBef>
              </a:pPr>
              <a:t>19</a:t>
            </a:fld>
            <a:endParaRPr lang="nl-NL" altLang="nl-NL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8A757096-9F7B-FF31-4A5E-CA8E4EBD71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E7AD2100-0304-BCED-A3A3-7C3F92ADF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  <a:p>
            <a:pPr eaLnBrk="1" hangingPunct="1"/>
            <a:endParaRPr lang="en-US" altLang="nl-NL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132B351-27D2-E605-046E-AA1BF940C2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58407F-5368-46D5-8E55-B37747CD0BFF}" type="slidenum">
              <a:rPr lang="nl-NL" altLang="nl-NL"/>
              <a:pPr>
                <a:spcBef>
                  <a:spcPct val="0"/>
                </a:spcBef>
              </a:pPr>
              <a:t>20</a:t>
            </a:fld>
            <a:endParaRPr lang="nl-NL" altLang="nl-NL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59ACC03A-E24F-D577-BD8D-A625265B3F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D6DABC95-2E79-9CD2-231C-30989067FD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F6B207EE-44D6-08C4-EF1E-9BD58ACE58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D2FA31-5180-4C8B-B9C1-43C91AE630C3}" type="slidenum">
              <a:rPr lang="nl-NL" altLang="nl-NL"/>
              <a:pPr>
                <a:spcBef>
                  <a:spcPct val="0"/>
                </a:spcBef>
              </a:pPr>
              <a:t>21</a:t>
            </a:fld>
            <a:endParaRPr lang="nl-NL" altLang="nl-NL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B1CEE22F-48D0-FDD3-E965-41EB3AB06E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EC18CD5-C4EE-14F5-F307-850A76765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0FD39C06-4BB6-56B8-FC22-32413C141B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7C72CE8-EFF1-4CF7-AE44-17353DC64092}" type="slidenum">
              <a:rPr lang="nl-NL" altLang="nl-NL"/>
              <a:pPr>
                <a:spcBef>
                  <a:spcPct val="0"/>
                </a:spcBef>
              </a:pPr>
              <a:t>22</a:t>
            </a:fld>
            <a:endParaRPr lang="nl-NL" altLang="nl-NL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11C22E2-FA29-3175-7139-ED6011D73D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97063FB-C775-ECA1-3140-A3551872B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FF7D72F7-D401-9907-B37F-E197B99E18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47EC1ED-C243-4CE4-89D2-D1D16CC3AB89}" type="slidenum">
              <a:rPr lang="nl-NL" altLang="nl-NL"/>
              <a:pPr>
                <a:spcBef>
                  <a:spcPct val="0"/>
                </a:spcBef>
              </a:pPr>
              <a:t>23</a:t>
            </a:fld>
            <a:endParaRPr lang="nl-NL" altLang="nl-NL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86041BD4-EFEC-CA64-CE91-C370633023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F906290-EB7F-3A64-F9F2-9E40EC7DD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E7B8749C-F2F0-7F96-2B79-972CEBAF43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D55FD54-D0B4-4D79-8808-E65E06D8C6BE}" type="slidenum">
              <a:rPr lang="nl-NL" altLang="nl-NL"/>
              <a:pPr>
                <a:spcBef>
                  <a:spcPct val="0"/>
                </a:spcBef>
              </a:pPr>
              <a:t>24</a:t>
            </a:fld>
            <a:endParaRPr lang="nl-NL" altLang="nl-NL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760A4EE-608D-B3D7-24D7-2BE49DBDC2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2B8AE2E4-685B-B247-6FC8-DD77D298EB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C12B1C2C-E588-8E1D-05E4-43CE8DF3A4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5E2C544-8F8B-472A-82D5-414BAA5AE747}" type="slidenum">
              <a:rPr lang="nl-NL" altLang="nl-NL"/>
              <a:pPr>
                <a:spcBef>
                  <a:spcPct val="0"/>
                </a:spcBef>
              </a:pPr>
              <a:t>25</a:t>
            </a:fld>
            <a:endParaRPr lang="nl-NL" altLang="nl-NL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DF26D992-E55E-D8A7-8891-57A6231CB2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FC7251AB-B2D5-6A84-57FA-5353E7B1D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5CB011E6-B3A3-C5BC-59B2-EF65D2BFAE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F80376-3FF4-4D82-A346-559FF67A9E74}" type="slidenum">
              <a:rPr lang="nl-NL" altLang="nl-NL"/>
              <a:pPr>
                <a:spcBef>
                  <a:spcPct val="0"/>
                </a:spcBef>
              </a:pPr>
              <a:t>26</a:t>
            </a:fld>
            <a:endParaRPr lang="nl-NL" altLang="nl-NL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59B5E70C-FBA1-0E69-4990-469EF199D9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0127A6EA-4C5A-C853-5348-4B623F8F6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04BD75B7-D3A5-EF90-24D9-C76A526296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DF8A4E-1767-4D00-91D9-B5BF68935A36}" type="slidenum">
              <a:rPr lang="nl-NL" altLang="nl-NL"/>
              <a:pPr>
                <a:spcBef>
                  <a:spcPct val="0"/>
                </a:spcBef>
              </a:pPr>
              <a:t>27</a:t>
            </a:fld>
            <a:endParaRPr lang="nl-NL" altLang="nl-NL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9FF0696F-C458-E7AB-9C13-EC8D2C67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992FAE55-D0FD-2653-A7B6-6B46D100A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0990505C-DAF0-F0F6-CDF8-DDA6E9AAF1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1B80E3-180C-4A80-A5CC-261D4C558B11}" type="slidenum">
              <a:rPr lang="nl-NL" altLang="nl-NL"/>
              <a:pPr>
                <a:spcBef>
                  <a:spcPct val="0"/>
                </a:spcBef>
              </a:pPr>
              <a:t>28</a:t>
            </a:fld>
            <a:endParaRPr lang="nl-NL" altLang="nl-NL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B70E942-D16B-634A-1459-8069DED107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D84C9299-B638-D911-7102-D2067E2F23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CC3E7B4F-E3AB-8A7C-E661-36CAD9B325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0400B67-CC52-49AC-B085-0809F0CC675A}" type="slidenum">
              <a:rPr lang="nl-NL" altLang="nl-NL"/>
              <a:pPr>
                <a:spcBef>
                  <a:spcPct val="0"/>
                </a:spcBef>
              </a:pPr>
              <a:t>29</a:t>
            </a:fld>
            <a:endParaRPr lang="nl-NL" altLang="nl-NL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9D18A8FA-2ADB-BBEE-D6AA-1D900BD513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784AE920-B90B-CA1F-9734-0261BBBE08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34517F77-8789-5912-8F2A-457858FC65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712240-2921-4647-9AD4-F6EA0F3D93CD}" type="slidenum">
              <a:rPr lang="nl-NL" altLang="nl-NL"/>
              <a:pPr>
                <a:spcBef>
                  <a:spcPct val="0"/>
                </a:spcBef>
              </a:pPr>
              <a:t>30</a:t>
            </a:fld>
            <a:endParaRPr lang="nl-NL" altLang="nl-NL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3EC748DC-420D-25C0-67E8-B5592AC1B1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91BD0260-A805-7B1C-BFDB-B0A273BE42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04E2FA20-EC6D-F85B-3EA1-69BAF05F79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E65ED0-74A3-4400-87A5-65788B90C449}" type="slidenum">
              <a:rPr lang="nl-NL" altLang="nl-NL"/>
              <a:pPr>
                <a:spcBef>
                  <a:spcPct val="0"/>
                </a:spcBef>
              </a:pPr>
              <a:t>31</a:t>
            </a:fld>
            <a:endParaRPr lang="nl-NL" altLang="nl-NL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8199732-16F1-7D40-2229-0EDB98B2CD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C287B45-E0BC-0AF9-BB52-3EA6F81E6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7EB5EA97-2C2D-81E2-C785-07C86641C6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70C817-B65A-47F9-8E8E-2A0B21D9753E}" type="slidenum">
              <a:rPr lang="nl-NL" altLang="nl-NL"/>
              <a:pPr>
                <a:spcBef>
                  <a:spcPct val="0"/>
                </a:spcBef>
              </a:pPr>
              <a:t>32</a:t>
            </a:fld>
            <a:endParaRPr lang="nl-NL" altLang="nl-NL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048B9CF6-3D8E-965D-AC6F-F616529EA2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3E16029-EA46-A498-EACB-AA0F8FE56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3A170EAA-C6C2-DE57-0DF5-D64B3B5943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1454C49-7E8D-44A0-8EF2-6E1C3D6631C1}" type="slidenum">
              <a:rPr lang="nl-NL" altLang="nl-NL"/>
              <a:pPr>
                <a:spcBef>
                  <a:spcPct val="0"/>
                </a:spcBef>
              </a:pPr>
              <a:t>33</a:t>
            </a:fld>
            <a:endParaRPr lang="nl-NL" altLang="nl-NL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FDE49CAC-EBE3-D6D6-A6B5-0804FFBDD9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0661AF8F-C130-9B4E-0562-0A19E3653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0587DBE4-964B-87B0-C3F1-952008BFC1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EBDAE0-2DCB-4272-8580-34E47B26DCCA}" type="slidenum">
              <a:rPr lang="nl-NL" altLang="nl-NL"/>
              <a:pPr>
                <a:spcBef>
                  <a:spcPct val="0"/>
                </a:spcBef>
              </a:pPr>
              <a:t>34</a:t>
            </a:fld>
            <a:endParaRPr lang="nl-NL" altLang="nl-NL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31ED921F-625A-BB00-9F97-6E40637C18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EA0D0279-ACA3-6194-35C4-376A95031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550231AF-ABBB-999F-3BC2-6AA72591A3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14E758-7A62-46C1-8982-9642A7EEF4E2}" type="slidenum">
              <a:rPr lang="nl-NL" altLang="nl-NL"/>
              <a:pPr>
                <a:spcBef>
                  <a:spcPct val="0"/>
                </a:spcBef>
              </a:pPr>
              <a:t>36</a:t>
            </a:fld>
            <a:endParaRPr lang="nl-NL" altLang="nl-NL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24071FD5-D1DF-5B3F-4247-DCD2F1ADEB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DC7D309E-CE7B-A4F4-6679-17F959446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nl-N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76DBC16-9217-442C-8CAB-6ABFD2C0BA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72A7D3-9B19-4427-9F88-30221590AE3C}" type="slidenum">
              <a:rPr lang="nl-NL" altLang="nl-NL"/>
              <a:pPr>
                <a:spcBef>
                  <a:spcPct val="0"/>
                </a:spcBef>
              </a:pPr>
              <a:t>38</a:t>
            </a:fld>
            <a:endParaRPr lang="nl-NL" altLang="nl-NL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175E0FF-A550-4D38-AA6E-3673A1B0E1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</p:spTree>
    <p:extLst>
      <p:ext uri="{BB962C8B-B14F-4D97-AF65-F5344CB8AC3E}">
        <p14:creationId xmlns:p14="http://schemas.microsoft.com/office/powerpoint/2010/main" val="26198188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76DBC16-9217-442C-8CAB-6ABFD2C0BA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72A7D3-9B19-4427-9F88-30221590AE3C}" type="slidenum">
              <a:rPr lang="nl-NL" altLang="nl-NL"/>
              <a:pPr>
                <a:spcBef>
                  <a:spcPct val="0"/>
                </a:spcBef>
              </a:pPr>
              <a:t>39</a:t>
            </a:fld>
            <a:endParaRPr lang="nl-NL" altLang="nl-NL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175E0FF-A550-4D38-AA6E-3673A1B0E1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</p:spTree>
    <p:extLst>
      <p:ext uri="{BB962C8B-B14F-4D97-AF65-F5344CB8AC3E}">
        <p14:creationId xmlns:p14="http://schemas.microsoft.com/office/powerpoint/2010/main" val="42193176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76DBC16-9217-442C-8CAB-6ABFD2C0BA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72A7D3-9B19-4427-9F88-30221590AE3C}" type="slidenum">
              <a:rPr lang="nl-NL" altLang="nl-NL"/>
              <a:pPr>
                <a:spcBef>
                  <a:spcPct val="0"/>
                </a:spcBef>
              </a:pPr>
              <a:t>40</a:t>
            </a:fld>
            <a:endParaRPr lang="nl-NL" altLang="nl-NL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175E0FF-A550-4D38-AA6E-3673A1B0E1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</p:spTree>
    <p:extLst>
      <p:ext uri="{BB962C8B-B14F-4D97-AF65-F5344CB8AC3E}">
        <p14:creationId xmlns:p14="http://schemas.microsoft.com/office/powerpoint/2010/main" val="9390905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76DBC16-9217-442C-8CAB-6ABFD2C0BA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72A7D3-9B19-4427-9F88-30221590AE3C}" type="slidenum">
              <a:rPr lang="nl-NL" altLang="nl-NL"/>
              <a:pPr>
                <a:spcBef>
                  <a:spcPct val="0"/>
                </a:spcBef>
              </a:pPr>
              <a:t>41</a:t>
            </a:fld>
            <a:endParaRPr lang="nl-NL" altLang="nl-NL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175E0FF-A550-4D38-AA6E-3673A1B0E1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</p:spTree>
    <p:extLst>
      <p:ext uri="{BB962C8B-B14F-4D97-AF65-F5344CB8AC3E}">
        <p14:creationId xmlns:p14="http://schemas.microsoft.com/office/powerpoint/2010/main" val="2306273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76DBC16-9217-442C-8CAB-6ABFD2C0BA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72A7D3-9B19-4427-9F88-30221590AE3C}" type="slidenum">
              <a:rPr lang="nl-NL" altLang="nl-NL"/>
              <a:pPr>
                <a:spcBef>
                  <a:spcPct val="0"/>
                </a:spcBef>
              </a:pPr>
              <a:t>42</a:t>
            </a:fld>
            <a:endParaRPr lang="nl-NL" altLang="nl-NL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175E0FF-A550-4D38-AA6E-3673A1B0E1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</p:spTree>
    <p:extLst>
      <p:ext uri="{BB962C8B-B14F-4D97-AF65-F5344CB8AC3E}">
        <p14:creationId xmlns:p14="http://schemas.microsoft.com/office/powerpoint/2010/main" val="504057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FA1885-E756-C09F-5F6B-8DDCBF30AF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57BF90-C074-5A74-7473-CBFB176735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00EA08-9064-F6A0-9692-58416B6FF7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17D246-DBBE-40A0-8FF7-25A94EC34A05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827460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348E70-8AE9-2992-421D-E05245F4D2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4E6C32-4645-3EE5-339A-6506FB53D4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123D75-3703-BB86-605F-7E4BEFF2F5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653E52-2A09-401B-895F-67EC6C20D0E1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70276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D2807C-C0E7-3002-2408-4F9B1215D8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75D669-FE71-45E8-25CB-CB04BC3A12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36217F7-119A-FD06-3B39-276B08234D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A6F695-F33B-4B45-AF75-AECD9642C3F8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437123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4C6759-08AA-F0CE-564D-06D18DE864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B72748-B09A-799D-9073-5653E141D7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7AD79-0576-5BEB-B392-C8A936655F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8ACC6E-2CE6-4215-AF11-FBB983B6BBBE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435629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962CEB9-5B73-F72B-DC88-55C87E82EE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12BF568-15E9-EC4B-DB4A-AC55320915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13D342D-0F34-F640-644C-64B04FEE5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665B10-D391-4BEC-A4D6-5D4D756E29D9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9864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6502B59-0272-D3B2-4EB1-563074D8BA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A3A0204-784F-DAE6-15EF-A552D6FE44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5DCF859-A524-52CC-1C92-E1519930A7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1654C7-69CB-4D32-996A-3735C825E0E4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839786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C250061-C081-96BF-9224-5D3A3C479E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79E780F-AB50-1D8D-8932-4ACD8D3516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4D8EBCD-3A0E-C284-A7CC-B02C89521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0D05AE-B289-4F3A-B964-0D0E1FA131B1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4092755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AC09ED-0D33-635E-E6B6-3F7F23AEC9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1F5814-F2DB-FBF1-2792-34627C3DEF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959BA-B012-4CA9-055C-8B4A60E3B2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BD8D6D-6436-4C92-90F8-B03DCE36979E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52893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1F871C-8342-C818-AE2C-9136D1AB50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B2D34-8EE9-0A4C-2907-CBDA151497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5F500B-A6BA-B8F3-A4DD-E90AB77EF4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BB14BB-F17F-4F1C-B6D6-614348773E3E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15995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759095-06C6-459F-1EE2-9978E0AFF1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9833FC-D653-75AB-2ABC-3D30621154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616A22-A689-B9AD-BE91-9593636C78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5084C4-0744-4EA5-ABB8-95A39A500BC2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545356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735F9E-CFD8-D538-610C-3FB7C4104A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DC5352-E8F5-8866-7879-54A00B0AA3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AA3E1E-BFDF-6A1F-2100-0BBB432CC0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6A769C-3341-49DC-9196-3DD96B836BB4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039691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D9B9B7-84C5-0EBB-8DAF-D7D8C2C399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350CC2-6F13-9F98-3CED-0BE4B5EAAD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97F6F6-796A-75B2-91C5-0926F51F9A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8EFE7D-8C46-4EC7-A04E-9B8D67003784}" type="slidenum">
              <a:rPr lang="nl-NL" altLang="nl-NL"/>
              <a:pPr/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19565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D9531F-046E-533F-84A7-B14228F04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183B93-4BBB-18D4-550D-3812A61B9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Click to edit Master text styles</a:t>
            </a:r>
          </a:p>
          <a:p>
            <a:pPr lvl="1"/>
            <a:r>
              <a:rPr lang="nl-NL" altLang="nl-NL"/>
              <a:t>Second level</a:t>
            </a:r>
          </a:p>
          <a:p>
            <a:pPr lvl="2"/>
            <a:r>
              <a:rPr lang="nl-NL" altLang="nl-NL"/>
              <a:t>Third level</a:t>
            </a:r>
          </a:p>
          <a:p>
            <a:pPr lvl="3"/>
            <a:r>
              <a:rPr lang="nl-NL" altLang="nl-NL"/>
              <a:t>Fourth level</a:t>
            </a:r>
          </a:p>
          <a:p>
            <a:pPr lvl="4"/>
            <a:r>
              <a:rPr lang="nl-NL" altLang="nl-NL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4015A8A-A538-FA00-C657-FB1012A88A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FF73A0D-BF76-CB89-E566-531A1B7F113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17CEC69-9DC2-79CE-5213-F7255BD065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</a:defRPr>
            </a:lvl1pPr>
          </a:lstStyle>
          <a:p>
            <a:fld id="{997AAA50-E722-4393-9334-34AB2A1EB79A}" type="slidenum">
              <a:rPr lang="nl-NL" altLang="nl-NL"/>
              <a:pPr/>
              <a:t>‹nr.›</a:t>
            </a:fld>
            <a:endParaRPr lang="nl-NL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2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5.png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wmf"/><Relationship Id="rId4" Type="http://schemas.openxmlformats.org/officeDocument/2006/relationships/oleObject" Target="../embeddings/oleObject8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13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0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39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1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40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2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0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NUL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136CBE5-294B-5D8D-E878-31894B9722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836613"/>
            <a:ext cx="7772400" cy="1470025"/>
          </a:xfrm>
        </p:spPr>
        <p:txBody>
          <a:bodyPr/>
          <a:lstStyle/>
          <a:p>
            <a:pPr eaLnBrk="1" hangingPunct="1"/>
            <a:r>
              <a:rPr lang="nl-NL" altLang="nl-NL" sz="3400"/>
              <a:t>Meten en verwerken van signalen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2D393A0-88DB-E93E-5CDB-E1AD368FDD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652963"/>
            <a:ext cx="6400800" cy="1223962"/>
          </a:xfrm>
        </p:spPr>
        <p:txBody>
          <a:bodyPr/>
          <a:lstStyle/>
          <a:p>
            <a:pPr eaLnBrk="1" hangingPunct="1"/>
            <a:r>
              <a:rPr lang="nl-NL" altLang="nl-NL" sz="2000" dirty="0"/>
              <a:t>Technische Geneeskunde</a:t>
            </a:r>
          </a:p>
          <a:p>
            <a:pPr eaLnBrk="1" hangingPunct="1"/>
            <a:r>
              <a:rPr lang="nl-NL" altLang="nl-NL" sz="2000" dirty="0"/>
              <a:t>2023-2024</a:t>
            </a:r>
          </a:p>
          <a:p>
            <a:pPr eaLnBrk="1" hangingPunct="1"/>
            <a:endParaRPr lang="nl-NL" altLang="nl-NL" sz="2000" dirty="0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92515CF8-79C6-8150-8688-29AE7B276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2386013"/>
            <a:ext cx="64008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nl-NL" altLang="nl-NL" sz="2200"/>
              <a:t>College 2</a:t>
            </a:r>
          </a:p>
          <a:p>
            <a:pPr algn="ctr" eaLnBrk="1" hangingPunct="1">
              <a:buFontTx/>
              <a:buNone/>
            </a:pPr>
            <a:endParaRPr lang="nl-NL" altLang="nl-NL" sz="2200"/>
          </a:p>
          <a:p>
            <a:pPr algn="ctr" eaLnBrk="1" hangingPunct="1">
              <a:buFontTx/>
              <a:buNone/>
            </a:pPr>
            <a:r>
              <a:rPr lang="nl-NL" altLang="nl-NL" sz="2200"/>
              <a:t>Joost le Feber</a:t>
            </a:r>
          </a:p>
          <a:p>
            <a:pPr algn="ctr" eaLnBrk="1" hangingPunct="1">
              <a:buFontTx/>
              <a:buNone/>
            </a:pPr>
            <a:endParaRPr lang="nl-NL" altLang="nl-NL" sz="2200"/>
          </a:p>
          <a:p>
            <a:pPr algn="ctr" eaLnBrk="1" hangingPunct="1">
              <a:buFontTx/>
              <a:buNone/>
            </a:pPr>
            <a:endParaRPr lang="nl-NL" altLang="nl-NL" sz="2200"/>
          </a:p>
        </p:txBody>
      </p:sp>
      <p:sp>
        <p:nvSpPr>
          <p:cNvPr id="4101" name="Slide Number Placeholder 1">
            <a:extLst>
              <a:ext uri="{FF2B5EF4-FFF2-40B4-BE49-F238E27FC236}">
                <a16:creationId xmlns:a16="http://schemas.microsoft.com/office/drawing/2014/main" id="{F62B917E-837C-1D14-7E86-E2629B27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0E81A5-022A-48ED-AD74-54A581325C97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cg_voobeeld2">
            <a:extLst>
              <a:ext uri="{FF2B5EF4-FFF2-40B4-BE49-F238E27FC236}">
                <a16:creationId xmlns:a16="http://schemas.microsoft.com/office/drawing/2014/main" id="{4EF9F0E0-E9C8-AFE1-F410-EE50C2373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575" y="4164013"/>
            <a:ext cx="5043488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3">
            <a:extLst>
              <a:ext uri="{FF2B5EF4-FFF2-40B4-BE49-F238E27FC236}">
                <a16:creationId xmlns:a16="http://schemas.microsoft.com/office/drawing/2014/main" id="{6B8F163A-9F3E-7B67-3635-9AD81C976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Meet- en verwerkingsproces</a:t>
            </a:r>
          </a:p>
        </p:txBody>
      </p:sp>
      <p:pic>
        <p:nvPicPr>
          <p:cNvPr id="6148" name="Picture 4" descr="fig 1 meet- en analyseketen">
            <a:extLst>
              <a:ext uri="{FF2B5EF4-FFF2-40B4-BE49-F238E27FC236}">
                <a16:creationId xmlns:a16="http://schemas.microsoft.com/office/drawing/2014/main" id="{636B1453-A0D6-580E-3961-B08FA78282B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338" y="1785938"/>
            <a:ext cx="8797925" cy="20383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49" name="Line 5">
            <a:extLst>
              <a:ext uri="{FF2B5EF4-FFF2-40B4-BE49-F238E27FC236}">
                <a16:creationId xmlns:a16="http://schemas.microsoft.com/office/drawing/2014/main" id="{8B0F353A-384D-6434-030E-A8C04F428E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6038" y="3203575"/>
            <a:ext cx="152400" cy="838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endParaRPr lang="nl-NL"/>
          </a:p>
        </p:txBody>
      </p:sp>
      <p:sp>
        <p:nvSpPr>
          <p:cNvPr id="6150" name="Slide Number Placeholder 1">
            <a:extLst>
              <a:ext uri="{FF2B5EF4-FFF2-40B4-BE49-F238E27FC236}">
                <a16:creationId xmlns:a16="http://schemas.microsoft.com/office/drawing/2014/main" id="{81D11486-9ECF-089E-AADC-AF363EE6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E34399-D0E9-412D-B2B8-78B21D6D4BC1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AB5CB31-70A7-1EE5-4D6E-665D825C5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Netwerkanalyse: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10796E0-5906-5C47-3DFF-A43F4A910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9900" y="2071688"/>
            <a:ext cx="8229600" cy="31543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nl-NL" sz="2400"/>
              <a:t>Begrip analoge signaalverwerking</a:t>
            </a:r>
          </a:p>
          <a:p>
            <a:pPr eaLnBrk="1" hangingPunct="1">
              <a:lnSpc>
                <a:spcPct val="90000"/>
              </a:lnSpc>
            </a:pPr>
            <a:endParaRPr lang="en-US" altLang="nl-NL" sz="2400"/>
          </a:p>
          <a:p>
            <a:pPr lvl="1" eaLnBrk="1" hangingPunct="1">
              <a:lnSpc>
                <a:spcPct val="90000"/>
              </a:lnSpc>
            </a:pPr>
            <a:r>
              <a:rPr lang="en-US" altLang="nl-NL" sz="2400"/>
              <a:t>Modelleren meetsysteem</a:t>
            </a:r>
          </a:p>
          <a:p>
            <a:pPr lvl="1" eaLnBrk="1" hangingPunct="1">
              <a:lnSpc>
                <a:spcPct val="90000"/>
              </a:lnSpc>
            </a:pPr>
            <a:endParaRPr lang="en-US" altLang="nl-NL" sz="2400"/>
          </a:p>
          <a:p>
            <a:pPr lvl="1" eaLnBrk="1" hangingPunct="1">
              <a:lnSpc>
                <a:spcPct val="90000"/>
              </a:lnSpc>
            </a:pPr>
            <a:r>
              <a:rPr lang="en-US" altLang="nl-NL" sz="2400"/>
              <a:t>Invloed op gemeten signaal</a:t>
            </a:r>
          </a:p>
          <a:p>
            <a:pPr lvl="1" eaLnBrk="1" hangingPunct="1">
              <a:lnSpc>
                <a:spcPct val="90000"/>
              </a:lnSpc>
            </a:pPr>
            <a:endParaRPr lang="en-US" altLang="nl-NL" sz="2400"/>
          </a:p>
          <a:p>
            <a:pPr lvl="2" eaLnBrk="1" hangingPunct="1">
              <a:lnSpc>
                <a:spcPct val="90000"/>
              </a:lnSpc>
            </a:pPr>
            <a:r>
              <a:rPr lang="en-US" altLang="nl-NL" sz="2000"/>
              <a:t>Gewenst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nl-NL" sz="2000"/>
              <a:t>Ongewenst</a:t>
            </a:r>
          </a:p>
        </p:txBody>
      </p:sp>
      <p:sp>
        <p:nvSpPr>
          <p:cNvPr id="8196" name="Slide Number Placeholder 1">
            <a:extLst>
              <a:ext uri="{FF2B5EF4-FFF2-40B4-BE49-F238E27FC236}">
                <a16:creationId xmlns:a16="http://schemas.microsoft.com/office/drawing/2014/main" id="{29AA8D20-CDFA-7079-0B36-1A5855F5D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D71117-CFA1-4AA8-B728-24DBE37FD0C6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ig 2_5b">
            <a:extLst>
              <a:ext uri="{FF2B5EF4-FFF2-40B4-BE49-F238E27FC236}">
                <a16:creationId xmlns:a16="http://schemas.microsoft.com/office/drawing/2014/main" id="{69AACB01-FB66-B54D-9F2F-11D1B2FA5AF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8275" y="1836738"/>
            <a:ext cx="5929313" cy="38179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19" name="Rectangle 3">
            <a:extLst>
              <a:ext uri="{FF2B5EF4-FFF2-40B4-BE49-F238E27FC236}">
                <a16:creationId xmlns:a16="http://schemas.microsoft.com/office/drawing/2014/main" id="{7D21DC86-A283-573F-3E00-29EDC3BCE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A0F1A298-48A5-3C27-A25D-C5A71C107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69029" name="Text Box 5">
            <a:extLst>
              <a:ext uri="{FF2B5EF4-FFF2-40B4-BE49-F238E27FC236}">
                <a16:creationId xmlns:a16="http://schemas.microsoft.com/office/drawing/2014/main" id="{6FE912C6-0A56-3C87-56F4-B9E773731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25" y="2122488"/>
            <a:ext cx="415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nl-NL" b="1">
                <a:solidFill>
                  <a:srgbClr val="FF33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769030" name="Text Box 6">
            <a:extLst>
              <a:ext uri="{FF2B5EF4-FFF2-40B4-BE49-F238E27FC236}">
                <a16:creationId xmlns:a16="http://schemas.microsoft.com/office/drawing/2014/main" id="{B3E1E7A7-824B-C0DE-BDB7-84EAE7ED7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5048250"/>
            <a:ext cx="415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nl-NL" b="1">
                <a:solidFill>
                  <a:srgbClr val="FF33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769031" name="Line 7">
            <a:extLst>
              <a:ext uri="{FF2B5EF4-FFF2-40B4-BE49-F238E27FC236}">
                <a16:creationId xmlns:a16="http://schemas.microsoft.com/office/drawing/2014/main" id="{488890B0-7326-8827-963D-349AE0EB03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3238500"/>
            <a:ext cx="14288" cy="13255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769032" name="Line 8">
            <a:extLst>
              <a:ext uri="{FF2B5EF4-FFF2-40B4-BE49-F238E27FC236}">
                <a16:creationId xmlns:a16="http://schemas.microsoft.com/office/drawing/2014/main" id="{02D8CFA5-290B-E3AE-3560-9525FCF61A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8038" y="3054350"/>
            <a:ext cx="117475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769033" name="Line 9">
            <a:extLst>
              <a:ext uri="{FF2B5EF4-FFF2-40B4-BE49-F238E27FC236}">
                <a16:creationId xmlns:a16="http://schemas.microsoft.com/office/drawing/2014/main" id="{667288FF-E800-E666-8CFB-4F60CB12DC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3268663"/>
            <a:ext cx="14288" cy="13255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grpSp>
        <p:nvGrpSpPr>
          <p:cNvPr id="9226" name="Group 10">
            <a:extLst>
              <a:ext uri="{FF2B5EF4-FFF2-40B4-BE49-F238E27FC236}">
                <a16:creationId xmlns:a16="http://schemas.microsoft.com/office/drawing/2014/main" id="{72F32C71-8AEE-DC4C-EE6B-5086038FB11B}"/>
              </a:ext>
            </a:extLst>
          </p:cNvPr>
          <p:cNvGrpSpPr>
            <a:grpSpLocks/>
          </p:cNvGrpSpPr>
          <p:nvPr/>
        </p:nvGrpSpPr>
        <p:grpSpPr bwMode="auto">
          <a:xfrm>
            <a:off x="3922713" y="2524125"/>
            <a:ext cx="123825" cy="2686050"/>
            <a:chOff x="2471" y="1902"/>
            <a:chExt cx="78" cy="1692"/>
          </a:xfrm>
        </p:grpSpPr>
        <p:sp>
          <p:nvSpPr>
            <p:cNvPr id="9229" name="Oval 11">
              <a:extLst>
                <a:ext uri="{FF2B5EF4-FFF2-40B4-BE49-F238E27FC236}">
                  <a16:creationId xmlns:a16="http://schemas.microsoft.com/office/drawing/2014/main" id="{94F3F9CF-1C17-E070-4496-EE16E9E3D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902"/>
              <a:ext cx="78" cy="7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en-US" altLang="nl-NL" sz="32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30" name="Oval 12">
              <a:extLst>
                <a:ext uri="{FF2B5EF4-FFF2-40B4-BE49-F238E27FC236}">
                  <a16:creationId xmlns:a16="http://schemas.microsoft.com/office/drawing/2014/main" id="{85EBC9F2-5CFD-4CB6-3801-9E24B6088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3516"/>
              <a:ext cx="78" cy="7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en-US" altLang="nl-NL" sz="32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227" name="Rectangle 13">
            <a:extLst>
              <a:ext uri="{FF2B5EF4-FFF2-40B4-BE49-F238E27FC236}">
                <a16:creationId xmlns:a16="http://schemas.microsoft.com/office/drawing/2014/main" id="{5DC09F05-47FA-4514-BC3C-5303940D86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nl-NL"/>
              <a:t>Vb. Tijdonafhankelijk netwerk</a:t>
            </a:r>
          </a:p>
        </p:txBody>
      </p:sp>
      <p:sp>
        <p:nvSpPr>
          <p:cNvPr id="9228" name="Slide Number Placeholder 1">
            <a:extLst>
              <a:ext uri="{FF2B5EF4-FFF2-40B4-BE49-F238E27FC236}">
                <a16:creationId xmlns:a16="http://schemas.microsoft.com/office/drawing/2014/main" id="{10BD22EC-5562-1133-E8AA-7EBAAF40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3D2CFB-8012-4741-952B-5EA98245730F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6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6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6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9029" grpId="0"/>
      <p:bldP spid="7690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>
            <a:extLst>
              <a:ext uri="{FF2B5EF4-FFF2-40B4-BE49-F238E27FC236}">
                <a16:creationId xmlns:a16="http://schemas.microsoft.com/office/drawing/2014/main" id="{F1983B19-F6EB-3597-B73B-777824A69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663" y="5345113"/>
            <a:ext cx="3876675" cy="877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03A21B4-54AB-A961-044D-C2DDBEB8A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1311275"/>
            <a:ext cx="7083425" cy="3933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91701C37-B05C-31A4-9461-2D2BF02BF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Complexe netwerken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F79CDD55-C98B-98FA-314B-656476E61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E515567A-9523-9637-47F5-CEE795CDD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A037C1D6-A7DD-8E37-38D3-E4131FB5C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1272" name="Rectangle 8">
            <a:extLst>
              <a:ext uri="{FF2B5EF4-FFF2-40B4-BE49-F238E27FC236}">
                <a16:creationId xmlns:a16="http://schemas.microsoft.com/office/drawing/2014/main" id="{29D2DA24-109E-B435-3A28-1D08D6D59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11273" name="Picture 9" descr="opgave%202_3a">
            <a:extLst>
              <a:ext uri="{FF2B5EF4-FFF2-40B4-BE49-F238E27FC236}">
                <a16:creationId xmlns:a16="http://schemas.microsoft.com/office/drawing/2014/main" id="{4A29588E-FA84-166E-A7CD-AD3B80893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3" y="1620838"/>
            <a:ext cx="8447087" cy="361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4" name="Slide Number Placeholder 1">
            <a:extLst>
              <a:ext uri="{FF2B5EF4-FFF2-40B4-BE49-F238E27FC236}">
                <a16:creationId xmlns:a16="http://schemas.microsoft.com/office/drawing/2014/main" id="{E162BE83-3D1A-735C-4801-30A8DA48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67B501-4206-4548-8853-84C15D3DD40F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275ED6C-6A9D-0B61-D798-91FC4C6C4F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Vereenvoudigingstechnieken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3D9B087-0315-E958-C906-974502F86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C5E41A5-E7B1-4AE7-F145-0B2FCC1FA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70941DEF-1872-7B0B-CA80-190C1FF0D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8D35F8FF-BB39-FEC0-1CDA-F50B65915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E615B6B6-5C03-E34E-A9F3-846E13419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0" y="2276475"/>
            <a:ext cx="6559550" cy="210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AutoNum type="arabicParenR"/>
            </a:pPr>
            <a:r>
              <a:rPr lang="nl-NL" altLang="nl-NL"/>
              <a:t>Vervangweerstand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nl-NL" altLang="nl-NL"/>
              <a:t>Superpositie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nl-NL" altLang="nl-NL"/>
              <a:t>Equivalente netwerken </a:t>
            </a:r>
            <a:r>
              <a:rPr lang="nl-NL" altLang="nl-NL" sz="2400"/>
              <a:t>(brontransformatie)</a:t>
            </a:r>
          </a:p>
          <a:p>
            <a:pPr>
              <a:spcBef>
                <a:spcPct val="0"/>
              </a:spcBef>
              <a:buFontTx/>
              <a:buNone/>
            </a:pPr>
            <a:endParaRPr lang="nl-NL" altLang="nl-NL" sz="2400"/>
          </a:p>
        </p:txBody>
      </p:sp>
      <p:sp>
        <p:nvSpPr>
          <p:cNvPr id="13320" name="Slide Number Placeholder 1">
            <a:extLst>
              <a:ext uri="{FF2B5EF4-FFF2-40B4-BE49-F238E27FC236}">
                <a16:creationId xmlns:a16="http://schemas.microsoft.com/office/drawing/2014/main" id="{984E492E-4F67-5C54-FBAD-6A9FA67B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D132D5-1E47-432F-AFD0-BF8F29512983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>
            <a:extLst>
              <a:ext uri="{FF2B5EF4-FFF2-40B4-BE49-F238E27FC236}">
                <a16:creationId xmlns:a16="http://schemas.microsoft.com/office/drawing/2014/main" id="{75DA4287-876C-9200-8D61-AF5D72265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663" y="5345113"/>
            <a:ext cx="3876675" cy="877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50E6345-C1C0-9E41-CBDE-646062F64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1311275"/>
            <a:ext cx="7083425" cy="3933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7FA4DF31-3BB7-E649-C941-9DF3DC7CF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1) Vervangweerstand</a:t>
            </a:r>
          </a:p>
        </p:txBody>
      </p:sp>
      <p:pic>
        <p:nvPicPr>
          <p:cNvPr id="15365" name="Picture 9" descr="vervangweerstand1">
            <a:extLst>
              <a:ext uri="{FF2B5EF4-FFF2-40B4-BE49-F238E27FC236}">
                <a16:creationId xmlns:a16="http://schemas.microsoft.com/office/drawing/2014/main" id="{CAB26805-E1CF-2E09-1833-96FF8EDBB15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7138" y="1512888"/>
            <a:ext cx="6965950" cy="4159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66" name="Rectangle 5">
            <a:extLst>
              <a:ext uri="{FF2B5EF4-FFF2-40B4-BE49-F238E27FC236}">
                <a16:creationId xmlns:a16="http://schemas.microsoft.com/office/drawing/2014/main" id="{1BF770D7-0F62-6EB0-A761-6989C97B7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5367" name="Rectangle 6">
            <a:extLst>
              <a:ext uri="{FF2B5EF4-FFF2-40B4-BE49-F238E27FC236}">
                <a16:creationId xmlns:a16="http://schemas.microsoft.com/office/drawing/2014/main" id="{AFBB7C83-900E-A5E2-4531-F6CADB349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5368" name="Rectangle 7">
            <a:extLst>
              <a:ext uri="{FF2B5EF4-FFF2-40B4-BE49-F238E27FC236}">
                <a16:creationId xmlns:a16="http://schemas.microsoft.com/office/drawing/2014/main" id="{95AD56A8-D7D6-C17C-AFFC-750C23501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5369" name="Rectangle 8">
            <a:extLst>
              <a:ext uri="{FF2B5EF4-FFF2-40B4-BE49-F238E27FC236}">
                <a16:creationId xmlns:a16="http://schemas.microsoft.com/office/drawing/2014/main" id="{22C1AA65-8869-195E-1A75-8C4DCCBB4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5370" name="Slide Number Placeholder 1">
            <a:extLst>
              <a:ext uri="{FF2B5EF4-FFF2-40B4-BE49-F238E27FC236}">
                <a16:creationId xmlns:a16="http://schemas.microsoft.com/office/drawing/2014/main" id="{1078DACA-90FE-AEB8-ED6D-EE1C6782C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0548E7-8F27-45FE-B9A7-1583F80BBCB9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79CD79AA-C5EA-E909-8BEB-D97FB0CA3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Serieschakeling</a:t>
            </a:r>
            <a:r>
              <a:rPr lang="en-US" altLang="nl-NL" sz="2600"/>
              <a:t> (spanningsdeling)</a:t>
            </a: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639C0E4A-E251-686B-E46E-BCDCC1945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FD506215-3C95-270F-C5EA-C0AB965B3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7413" name="Rectangle 6">
            <a:extLst>
              <a:ext uri="{FF2B5EF4-FFF2-40B4-BE49-F238E27FC236}">
                <a16:creationId xmlns:a16="http://schemas.microsoft.com/office/drawing/2014/main" id="{E9120C9A-8033-5FFC-233B-D31674DC7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7414" name="Rectangle 8">
            <a:extLst>
              <a:ext uri="{FF2B5EF4-FFF2-40B4-BE49-F238E27FC236}">
                <a16:creationId xmlns:a16="http://schemas.microsoft.com/office/drawing/2014/main" id="{D8E980E8-9F5E-C125-24BE-73AEE5BD0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7415" name="Rectangle 9">
            <a:extLst>
              <a:ext uri="{FF2B5EF4-FFF2-40B4-BE49-F238E27FC236}">
                <a16:creationId xmlns:a16="http://schemas.microsoft.com/office/drawing/2014/main" id="{651D446C-7AF1-6049-83A8-9662780B4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7416" name="Rectangle 10">
            <a:extLst>
              <a:ext uri="{FF2B5EF4-FFF2-40B4-BE49-F238E27FC236}">
                <a16:creationId xmlns:a16="http://schemas.microsoft.com/office/drawing/2014/main" id="{C7ED3B25-6B46-2676-1ADA-75D0AE729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17417" name="Picture 11" descr="serieweerstand">
            <a:extLst>
              <a:ext uri="{FF2B5EF4-FFF2-40B4-BE49-F238E27FC236}">
                <a16:creationId xmlns:a16="http://schemas.microsoft.com/office/drawing/2014/main" id="{34B192D1-B65A-C001-4C52-4CFBBAA459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66900" y="1857375"/>
            <a:ext cx="5421313" cy="2792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418" name="Rectangle 12">
            <a:extLst>
              <a:ext uri="{FF2B5EF4-FFF2-40B4-BE49-F238E27FC236}">
                <a16:creationId xmlns:a16="http://schemas.microsoft.com/office/drawing/2014/main" id="{7C442B8A-C24E-5089-5CF2-1848002D3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344077" name="Group 13">
            <a:extLst>
              <a:ext uri="{FF2B5EF4-FFF2-40B4-BE49-F238E27FC236}">
                <a16:creationId xmlns:a16="http://schemas.microsoft.com/office/drawing/2014/main" id="{01DC0AD6-3923-0F90-47A4-CD375661187A}"/>
              </a:ext>
            </a:extLst>
          </p:cNvPr>
          <p:cNvGrpSpPr>
            <a:grpSpLocks/>
          </p:cNvGrpSpPr>
          <p:nvPr/>
        </p:nvGrpSpPr>
        <p:grpSpPr bwMode="auto">
          <a:xfrm>
            <a:off x="981075" y="1857375"/>
            <a:ext cx="3397250" cy="3846513"/>
            <a:chOff x="618" y="1170"/>
            <a:chExt cx="2140" cy="2423"/>
          </a:xfrm>
        </p:grpSpPr>
        <p:sp>
          <p:nvSpPr>
            <p:cNvPr id="17425" name="Oval 14">
              <a:extLst>
                <a:ext uri="{FF2B5EF4-FFF2-40B4-BE49-F238E27FC236}">
                  <a16:creationId xmlns:a16="http://schemas.microsoft.com/office/drawing/2014/main" id="{DD7424D7-32C5-3CCA-2645-80D5B8389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8" y="1170"/>
              <a:ext cx="960" cy="1134"/>
            </a:xfrm>
            <a:prstGeom prst="ellipse">
              <a:avLst/>
            </a:prstGeom>
            <a:noFill/>
            <a:ln w="254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en-US" altLang="nl-NL" sz="32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7426" name="Object 15">
              <a:extLst>
                <a:ext uri="{FF2B5EF4-FFF2-40B4-BE49-F238E27FC236}">
                  <a16:creationId xmlns:a16="http://schemas.microsoft.com/office/drawing/2014/main" id="{96C8475E-DC32-BA93-A140-B1A92F5516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8" y="3054"/>
            <a:ext cx="2072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51000" imgH="431800" progId="Equation.3">
                    <p:embed/>
                  </p:oleObj>
                </mc:Choice>
                <mc:Fallback>
                  <p:oleObj name="Equation" r:id="rId4" imgW="1651000" imgH="4318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" y="3054"/>
                          <a:ext cx="2072" cy="539"/>
                        </a:xfrm>
                        <a:prstGeom prst="rect">
                          <a:avLst/>
                        </a:prstGeom>
                        <a:noFill/>
                        <a:ln w="25400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20" name="Rectangle 16">
            <a:extLst>
              <a:ext uri="{FF2B5EF4-FFF2-40B4-BE49-F238E27FC236}">
                <a16:creationId xmlns:a16="http://schemas.microsoft.com/office/drawing/2014/main" id="{06B3FC03-2607-4AF8-298B-25C4DC98C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344081" name="Group 17">
            <a:extLst>
              <a:ext uri="{FF2B5EF4-FFF2-40B4-BE49-F238E27FC236}">
                <a16:creationId xmlns:a16="http://schemas.microsoft.com/office/drawing/2014/main" id="{DC544CA5-877E-977F-FC6A-601C3DC6B0DA}"/>
              </a:ext>
            </a:extLst>
          </p:cNvPr>
          <p:cNvGrpSpPr>
            <a:grpSpLocks/>
          </p:cNvGrpSpPr>
          <p:nvPr/>
        </p:nvGrpSpPr>
        <p:grpSpPr bwMode="auto">
          <a:xfrm>
            <a:off x="5065713" y="1824038"/>
            <a:ext cx="3346450" cy="3859212"/>
            <a:chOff x="3101" y="1205"/>
            <a:chExt cx="2108" cy="2431"/>
          </a:xfrm>
        </p:grpSpPr>
        <p:sp>
          <p:nvSpPr>
            <p:cNvPr id="17423" name="Oval 18">
              <a:extLst>
                <a:ext uri="{FF2B5EF4-FFF2-40B4-BE49-F238E27FC236}">
                  <a16:creationId xmlns:a16="http://schemas.microsoft.com/office/drawing/2014/main" id="{B84A4BE4-007A-37B5-37CE-360B094F4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1205"/>
              <a:ext cx="960" cy="1134"/>
            </a:xfrm>
            <a:prstGeom prst="ellipse">
              <a:avLst/>
            </a:prstGeom>
            <a:noFill/>
            <a:ln w="25400">
              <a:solidFill>
                <a:srgbClr val="0000CC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en-US" altLang="nl-NL" sz="32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7424" name="Object 19">
              <a:extLst>
                <a:ext uri="{FF2B5EF4-FFF2-40B4-BE49-F238E27FC236}">
                  <a16:creationId xmlns:a16="http://schemas.microsoft.com/office/drawing/2014/main" id="{FF55E5D8-2E8D-F74A-7449-9A7CDD6777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1" y="3097"/>
            <a:ext cx="2108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76400" imgH="431800" progId="Equation.3">
                    <p:embed/>
                  </p:oleObj>
                </mc:Choice>
                <mc:Fallback>
                  <p:oleObj name="Equation" r:id="rId6" imgW="1676400" imgH="4318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1" y="3097"/>
                          <a:ext cx="2108" cy="539"/>
                        </a:xfrm>
                        <a:prstGeom prst="rect">
                          <a:avLst/>
                        </a:prstGeom>
                        <a:noFill/>
                        <a:ln w="25400">
                          <a:solidFill>
                            <a:srgbClr val="0000CC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22" name="Slide Number Placeholder 1">
            <a:extLst>
              <a:ext uri="{FF2B5EF4-FFF2-40B4-BE49-F238E27FC236}">
                <a16:creationId xmlns:a16="http://schemas.microsoft.com/office/drawing/2014/main" id="{87E507E0-341D-BE16-6086-5AC0626B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AB6922-B369-446E-B31C-BB836EAA0BAE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782B853-20D1-C5E3-155A-522168A152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Serieschakeling</a:t>
            </a:r>
            <a:r>
              <a:rPr lang="en-US" altLang="nl-NL" sz="2600"/>
              <a:t> (spanningsdeling)</a:t>
            </a:r>
          </a:p>
        </p:txBody>
      </p:sp>
      <p:pic>
        <p:nvPicPr>
          <p:cNvPr id="19459" name="Picture 9" descr="serieweerstand">
            <a:extLst>
              <a:ext uri="{FF2B5EF4-FFF2-40B4-BE49-F238E27FC236}">
                <a16:creationId xmlns:a16="http://schemas.microsoft.com/office/drawing/2014/main" id="{360ED10A-4DC2-8953-916A-E8C5F33DE2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66900" y="1857375"/>
            <a:ext cx="5421313" cy="2792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460" name="Text Box 18">
            <a:extLst>
              <a:ext uri="{FF2B5EF4-FFF2-40B4-BE49-F238E27FC236}">
                <a16:creationId xmlns:a16="http://schemas.microsoft.com/office/drawing/2014/main" id="{D1B91E47-92E9-CFB0-0420-036533B4B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38" y="4827588"/>
            <a:ext cx="6559550" cy="216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>
                <a:latin typeface="Arial" panose="020B0604020202020204" pitchFamily="34" charset="0"/>
              </a:rPr>
              <a:t>U</a:t>
            </a:r>
            <a:r>
              <a:rPr lang="nl-NL" altLang="nl-NL" baseline="-25000">
                <a:latin typeface="Arial" panose="020B0604020202020204" pitchFamily="34" charset="0"/>
              </a:rPr>
              <a:t>tak </a:t>
            </a:r>
            <a:r>
              <a:rPr lang="nl-NL" altLang="nl-NL">
                <a:latin typeface="Arial" panose="020B0604020202020204" pitchFamily="34" charset="0"/>
              </a:rPr>
              <a:t>= 12 V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>
                <a:latin typeface="Arial" panose="020B0604020202020204" pitchFamily="34" charset="0"/>
              </a:rPr>
              <a:t>R</a:t>
            </a:r>
            <a:r>
              <a:rPr lang="nl-NL" altLang="nl-NL" baseline="-25000">
                <a:latin typeface="Arial" panose="020B0604020202020204" pitchFamily="34" charset="0"/>
              </a:rPr>
              <a:t>1</a:t>
            </a:r>
            <a:r>
              <a:rPr lang="nl-NL" altLang="nl-NL">
                <a:latin typeface="Arial" panose="020B0604020202020204" pitchFamily="34" charset="0"/>
              </a:rPr>
              <a:t> &gt;&gt; R</a:t>
            </a:r>
            <a:r>
              <a:rPr lang="nl-NL" altLang="nl-NL" baseline="-25000">
                <a:latin typeface="Arial" panose="020B0604020202020204" pitchFamily="34" charset="0"/>
              </a:rPr>
              <a:t>2</a:t>
            </a:r>
            <a:r>
              <a:rPr lang="nl-NL" altLang="nl-NL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nl-NL" altLang="nl-NL">
              <a:latin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nl-NL" altLang="nl-NL">
              <a:latin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nl-NL" sz="2400">
              <a:latin typeface="Symbol" panose="05050102010706020507" pitchFamily="18" charset="2"/>
            </a:endParaRPr>
          </a:p>
        </p:txBody>
      </p:sp>
      <p:sp>
        <p:nvSpPr>
          <p:cNvPr id="19461" name="Text Box 19">
            <a:extLst>
              <a:ext uri="{FF2B5EF4-FFF2-40B4-BE49-F238E27FC236}">
                <a16:creationId xmlns:a16="http://schemas.microsoft.com/office/drawing/2014/main" id="{4AD19829-6C43-3298-5284-C3681534B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4837113"/>
            <a:ext cx="16621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>
                <a:latin typeface="Arial" panose="020B0604020202020204" pitchFamily="34" charset="0"/>
              </a:rPr>
              <a:t>U</a:t>
            </a:r>
            <a:r>
              <a:rPr lang="nl-NL" altLang="nl-NL" baseline="-25000">
                <a:latin typeface="Arial" panose="020B0604020202020204" pitchFamily="34" charset="0"/>
              </a:rPr>
              <a:t>1</a:t>
            </a:r>
            <a:r>
              <a:rPr lang="nl-NL" altLang="nl-NL">
                <a:latin typeface="Arial" panose="020B0604020202020204" pitchFamily="34" charset="0"/>
              </a:rPr>
              <a:t> =</a:t>
            </a:r>
            <a:r>
              <a:rPr lang="nl-NL" altLang="nl-NL">
                <a:solidFill>
                  <a:srgbClr val="FF0000"/>
                </a:solidFill>
                <a:latin typeface="Arial" panose="020B0604020202020204" pitchFamily="34" charset="0"/>
              </a:rPr>
              <a:t> ?</a:t>
            </a:r>
            <a:endParaRPr lang="nl-NL" altLang="nl-NL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>
                <a:latin typeface="Arial" panose="020B0604020202020204" pitchFamily="34" charset="0"/>
              </a:rPr>
              <a:t>U</a:t>
            </a:r>
            <a:r>
              <a:rPr lang="nl-NL" altLang="nl-NL" baseline="-25000">
                <a:latin typeface="Arial" panose="020B0604020202020204" pitchFamily="34" charset="0"/>
              </a:rPr>
              <a:t>2</a:t>
            </a:r>
            <a:r>
              <a:rPr lang="nl-NL" altLang="nl-NL">
                <a:latin typeface="Arial" panose="020B0604020202020204" pitchFamily="34" charset="0"/>
              </a:rPr>
              <a:t> =</a:t>
            </a:r>
            <a:r>
              <a:rPr lang="nl-NL" altLang="nl-NL">
                <a:solidFill>
                  <a:srgbClr val="FF0000"/>
                </a:solidFill>
                <a:latin typeface="Arial" panose="020B0604020202020204" pitchFamily="34" charset="0"/>
              </a:rPr>
              <a:t> ?</a:t>
            </a:r>
          </a:p>
        </p:txBody>
      </p:sp>
      <p:sp>
        <p:nvSpPr>
          <p:cNvPr id="19462" name="Slide Number Placeholder 1">
            <a:extLst>
              <a:ext uri="{FF2B5EF4-FFF2-40B4-BE49-F238E27FC236}">
                <a16:creationId xmlns:a16="http://schemas.microsoft.com/office/drawing/2014/main" id="{52FDA013-F3AA-D503-AAF3-1FBA20FBE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05F0CC-1B7D-4ED9-8DAD-48939C9BA670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521861D-CC63-9D68-E235-51B071768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1827213"/>
            <a:ext cx="6154738" cy="32305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FA11423-FC89-8FA4-263F-EDF1988EE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Parallelschakeling </a:t>
            </a:r>
            <a:r>
              <a:rPr lang="en-US" altLang="nl-NL" sz="2600"/>
              <a:t>(stroomdeling)</a:t>
            </a:r>
          </a:p>
        </p:txBody>
      </p:sp>
      <p:pic>
        <p:nvPicPr>
          <p:cNvPr id="21508" name="Picture 11" descr="parallelweerstand">
            <a:extLst>
              <a:ext uri="{FF2B5EF4-FFF2-40B4-BE49-F238E27FC236}">
                <a16:creationId xmlns:a16="http://schemas.microsoft.com/office/drawing/2014/main" id="{18E4DB75-7146-6909-31BC-88E5F955656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68438" y="1271588"/>
            <a:ext cx="6408737" cy="3492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509" name="Rectangle 4">
            <a:extLst>
              <a:ext uri="{FF2B5EF4-FFF2-40B4-BE49-F238E27FC236}">
                <a16:creationId xmlns:a16="http://schemas.microsoft.com/office/drawing/2014/main" id="{12D3E911-1B0C-8702-4D9C-9378FCD30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994DBECC-F6DD-3DFE-B9EE-DFDE22957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92466DC1-5D6F-1704-D49C-1FA362240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E857858B-C833-CD5A-9A68-C1385EE66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601A9166-0BF1-AB5C-F680-8F8A95EF9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1514" name="Rectangle 12">
            <a:extLst>
              <a:ext uri="{FF2B5EF4-FFF2-40B4-BE49-F238E27FC236}">
                <a16:creationId xmlns:a16="http://schemas.microsoft.com/office/drawing/2014/main" id="{EE92B232-2F15-FC8E-F5E5-C4A3DD37E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1515" name="Object 13">
            <a:extLst>
              <a:ext uri="{FF2B5EF4-FFF2-40B4-BE49-F238E27FC236}">
                <a16:creationId xmlns:a16="http://schemas.microsoft.com/office/drawing/2014/main" id="{89D1C188-84B7-B5DD-7DA6-8B1AEC0059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4963" y="4621213"/>
          <a:ext cx="2122487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25" imgH="431613" progId="Equation.3">
                  <p:embed/>
                </p:oleObj>
              </mc:Choice>
              <mc:Fallback>
                <p:oleObj name="Equation" r:id="rId4" imgW="863225" imgH="43161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4621213"/>
                        <a:ext cx="2122487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6" name="Text Box 14">
            <a:extLst>
              <a:ext uri="{FF2B5EF4-FFF2-40B4-BE49-F238E27FC236}">
                <a16:creationId xmlns:a16="http://schemas.microsoft.com/office/drawing/2014/main" id="{40907AF4-6963-99D1-1A6A-080C7C48A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8200" y="5267325"/>
            <a:ext cx="2233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1517" name="Object 15">
            <a:extLst>
              <a:ext uri="{FF2B5EF4-FFF2-40B4-BE49-F238E27FC236}">
                <a16:creationId xmlns:a16="http://schemas.microsoft.com/office/drawing/2014/main" id="{9B18C868-E4E6-26A0-26DE-CA1DEF74B64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268913" y="4621213"/>
          <a:ext cx="20335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12447" imgH="431613" progId="Equation.3">
                  <p:embed/>
                </p:oleObj>
              </mc:Choice>
              <mc:Fallback>
                <p:oleObj name="Equation" r:id="rId6" imgW="812447" imgH="431613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913" y="4621213"/>
                        <a:ext cx="2033587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Slide Number Placeholder 1">
            <a:extLst>
              <a:ext uri="{FF2B5EF4-FFF2-40B4-BE49-F238E27FC236}">
                <a16:creationId xmlns:a16="http://schemas.microsoft.com/office/drawing/2014/main" id="{47B1FB91-7343-8D7C-7C6F-BF09E552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A6865E-BFF2-4FC2-92FA-C4AF35D38BD3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nl-NL" altLang="nl-NL" sz="1400"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694805-9856-6427-04E1-6672CC4C58F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5726113"/>
            <a:ext cx="5810250" cy="1095375"/>
            <a:chOff x="1600201" y="5726557"/>
            <a:chExt cx="5810148" cy="109485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5857536-9587-CFA8-D04C-D5D074D983BB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171705" y="5726557"/>
              <a:ext cx="3238644" cy="1094852"/>
            </a:xfrm>
            <a:prstGeom prst="rect">
              <a:avLst/>
            </a:prstGeom>
            <a:blipFill rotWithShape="1">
              <a:blip r:embed="rId8"/>
              <a:stretch>
                <a:fillRect/>
              </a:stretch>
            </a:blipFill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>
                  <a:noFill/>
                  <a:latin typeface="Arial" charset="0"/>
                </a:rPr>
                <a:t> </a:t>
              </a:r>
            </a:p>
          </p:txBody>
        </p:sp>
        <p:sp>
          <p:nvSpPr>
            <p:cNvPr id="21521" name="TextBox 2">
              <a:extLst>
                <a:ext uri="{FF2B5EF4-FFF2-40B4-BE49-F238E27FC236}">
                  <a16:creationId xmlns:a16="http://schemas.microsoft.com/office/drawing/2014/main" id="{1E2EF5BB-1F9B-6910-D5AE-3F09F3A27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1" y="5986463"/>
              <a:ext cx="30099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nl-NL" sz="3200">
                  <a:latin typeface="Arial" panose="020B0604020202020204" pitchFamily="34" charset="0"/>
                </a:rPr>
                <a:t>Stroomdeling: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D95B009-A8E6-D6F1-8782-AEB01227B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Opgaven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D454240-A1FC-6744-F65E-619F93BE0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5D7A3C9C-CCDC-BF8A-94E4-B959C9006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E20DBB2C-02BB-4C81-3DC7-E60B2D1A5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76BE9689-12FA-EB6B-2C14-6BFAE29AB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179513"/>
            <a:ext cx="739457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 b="1"/>
              <a:t>Opgave 2.2 B – Netwerkvergelijkingen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Bepaal U</a:t>
            </a:r>
            <a:r>
              <a:rPr lang="nl-NL" altLang="nl-NL" sz="2400" baseline="-25000"/>
              <a:t>I</a:t>
            </a:r>
          </a:p>
        </p:txBody>
      </p:sp>
      <p:pic>
        <p:nvPicPr>
          <p:cNvPr id="23559" name="Picture 7" descr="opgave%202_2b">
            <a:extLst>
              <a:ext uri="{FF2B5EF4-FFF2-40B4-BE49-F238E27FC236}">
                <a16:creationId xmlns:a16="http://schemas.microsoft.com/office/drawing/2014/main" id="{4B9F2BD7-6237-ACFD-7CDB-976AB4CBD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2136775"/>
            <a:ext cx="4778375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Slide Number Placeholder 1">
            <a:extLst>
              <a:ext uri="{FF2B5EF4-FFF2-40B4-BE49-F238E27FC236}">
                <a16:creationId xmlns:a16="http://schemas.microsoft.com/office/drawing/2014/main" id="{BB719C9D-9AD5-620F-FFEA-16B82765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7D9D72-EB86-449B-B77E-B2B215A25147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>
            <a:extLst>
              <a:ext uri="{FF2B5EF4-FFF2-40B4-BE49-F238E27FC236}">
                <a16:creationId xmlns:a16="http://schemas.microsoft.com/office/drawing/2014/main" id="{39011E9D-0E24-2B26-87A2-36D37F58C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50988"/>
            <a:ext cx="7894638" cy="3933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DD064BA-C6B7-B839-2B5D-06B366716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nl-NL"/>
              <a:t>2) Superpositie</a:t>
            </a:r>
            <a:endParaRPr lang="en-US" altLang="nl-NL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9BC9B7F2-4A28-BE6D-D8DF-E2EADFB68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12D25CD8-3544-4D14-0883-2816F7D7B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127B07F5-9B6D-A618-F5B7-D6013E609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429D8921-2519-FCF1-E920-54862035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1417B35D-B28E-2371-054E-C67B3C10A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25609" name="Picture 9" descr="fig 2_10a">
            <a:extLst>
              <a:ext uri="{FF2B5EF4-FFF2-40B4-BE49-F238E27FC236}">
                <a16:creationId xmlns:a16="http://schemas.microsoft.com/office/drawing/2014/main" id="{DC1725C2-A8DE-F748-903F-2C3ED31402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5488" y="1671638"/>
            <a:ext cx="7681912" cy="3425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610" name="Slide Number Placeholder 1">
            <a:extLst>
              <a:ext uri="{FF2B5EF4-FFF2-40B4-BE49-F238E27FC236}">
                <a16:creationId xmlns:a16="http://schemas.microsoft.com/office/drawing/2014/main" id="{3DC13664-523C-AEA7-514A-9D3E8B88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317605-C0A2-46A1-BF0C-D43C11B24E82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7ADC534-6248-BD61-36AA-A603D207F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nl-NL"/>
              <a:t>2) Superpositie</a:t>
            </a:r>
            <a:endParaRPr lang="en-US" altLang="nl-NL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2DFDA2F-89B6-6FD3-CD72-AB9298634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A487B5AE-A5FA-F8F3-3F70-2FDCB6A40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622B2855-45A1-FAA8-F979-931AD1A21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2358E57C-93E6-D362-4778-A970C11C1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E89A1E5B-4BE1-5A76-55C5-374ABAA75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E37CDBD8-056D-AF33-644C-752A4A059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773238"/>
            <a:ext cx="7634288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>
                <a:latin typeface="Arial" panose="020B0604020202020204" pitchFamily="34" charset="0"/>
              </a:rPr>
              <a:t>Lineaire netwerken</a:t>
            </a:r>
          </a:p>
          <a:p>
            <a:pPr>
              <a:spcBef>
                <a:spcPct val="0"/>
              </a:spcBef>
              <a:buFontTx/>
              <a:buNone/>
            </a:pPr>
            <a:endParaRPr lang="nl-NL" altLang="nl-NL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>
                <a:latin typeface="Arial" panose="020B0604020202020204" pitchFamily="34" charset="0"/>
              </a:rPr>
              <a:t>totale spanning over (stroom door) een element = som van de spanningen over (stromen door) dit element t.g.v. afzonderlijke bronnen</a:t>
            </a:r>
          </a:p>
        </p:txBody>
      </p:sp>
      <p:sp>
        <p:nvSpPr>
          <p:cNvPr id="27657" name="Slide Number Placeholder 1">
            <a:extLst>
              <a:ext uri="{FF2B5EF4-FFF2-40B4-BE49-F238E27FC236}">
                <a16:creationId xmlns:a16="http://schemas.microsoft.com/office/drawing/2014/main" id="{34FB08C7-E0B3-8404-F471-0E6B0D0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173E94-5EF9-4F57-BDD3-8212D7B83543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>
            <a:extLst>
              <a:ext uri="{FF2B5EF4-FFF2-40B4-BE49-F238E27FC236}">
                <a16:creationId xmlns:a16="http://schemas.microsoft.com/office/drawing/2014/main" id="{887C217C-E8A8-CBB5-BBBE-811BB735B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50988"/>
            <a:ext cx="7894638" cy="4441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54814A7-29B9-AEDB-51D6-9B2372E5F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nl-NL"/>
              <a:t>2) Superpositie</a:t>
            </a:r>
            <a:endParaRPr lang="en-US" altLang="nl-NL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81A83BCE-D03D-44B4-8012-874A51D51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B4882309-2642-0A63-CC5E-9FC6C0AB7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C1004BBA-E676-7912-F8E1-A9D3BF901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4014A78C-0C49-BFE1-480E-29B88E5ED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9704" name="Rectangle 8">
            <a:extLst>
              <a:ext uri="{FF2B5EF4-FFF2-40B4-BE49-F238E27FC236}">
                <a16:creationId xmlns:a16="http://schemas.microsoft.com/office/drawing/2014/main" id="{DAC329D8-30B4-2544-6829-618F37CE9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9705" name="Rectangle 9">
            <a:extLst>
              <a:ext uri="{FF2B5EF4-FFF2-40B4-BE49-F238E27FC236}">
                <a16:creationId xmlns:a16="http://schemas.microsoft.com/office/drawing/2014/main" id="{5D49C0B0-ADB3-E838-1F29-60946BD8C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29706" name="Picture 10" descr="fig 2_10a">
            <a:extLst>
              <a:ext uri="{FF2B5EF4-FFF2-40B4-BE49-F238E27FC236}">
                <a16:creationId xmlns:a16="http://schemas.microsoft.com/office/drawing/2014/main" id="{7FAF1191-8026-7E0A-84D6-D6C1DECCC5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5488" y="1671638"/>
            <a:ext cx="7681912" cy="3425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707" name="Rectangle 11">
            <a:extLst>
              <a:ext uri="{FF2B5EF4-FFF2-40B4-BE49-F238E27FC236}">
                <a16:creationId xmlns:a16="http://schemas.microsoft.com/office/drawing/2014/main" id="{F7CD749B-5BEA-8BA5-94C8-4F3E2BA6C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9708" name="Rectangle 12">
            <a:extLst>
              <a:ext uri="{FF2B5EF4-FFF2-40B4-BE49-F238E27FC236}">
                <a16:creationId xmlns:a16="http://schemas.microsoft.com/office/drawing/2014/main" id="{7A5A1F6E-05DF-A4DB-9636-A7758DA35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9709" name="Object 13">
            <a:extLst>
              <a:ext uri="{FF2B5EF4-FFF2-40B4-BE49-F238E27FC236}">
                <a16:creationId xmlns:a16="http://schemas.microsoft.com/office/drawing/2014/main" id="{30089A69-BB50-DBBE-FD95-6653FA53DC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1663" y="5173663"/>
          <a:ext cx="27940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700" imgH="228600" progId="Equation.3">
                  <p:embed/>
                </p:oleObj>
              </mc:Choice>
              <mc:Fallback>
                <p:oleObj name="Equation" r:id="rId4" imgW="10287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663" y="5173663"/>
                        <a:ext cx="2794000" cy="6207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Slide Number Placeholder 1">
            <a:extLst>
              <a:ext uri="{FF2B5EF4-FFF2-40B4-BE49-F238E27FC236}">
                <a16:creationId xmlns:a16="http://schemas.microsoft.com/office/drawing/2014/main" id="{4313B5C2-F955-1DDF-7045-30D805BE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45C306-FE83-4524-95E2-D12B494230F2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 descr="fig 2_10a">
            <a:extLst>
              <a:ext uri="{FF2B5EF4-FFF2-40B4-BE49-F238E27FC236}">
                <a16:creationId xmlns:a16="http://schemas.microsoft.com/office/drawing/2014/main" id="{9234D1CE-2A29-82FE-16E2-8853BDDC583D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7525" y="554038"/>
            <a:ext cx="5435600" cy="24241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47" name="Picture 5" descr="fig 2_10a">
            <a:extLst>
              <a:ext uri="{FF2B5EF4-FFF2-40B4-BE49-F238E27FC236}">
                <a16:creationId xmlns:a16="http://schemas.microsoft.com/office/drawing/2014/main" id="{485F3F3B-E6DF-D775-9255-D090438C7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3557588"/>
            <a:ext cx="5735637" cy="255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6">
            <a:extLst>
              <a:ext uri="{FF2B5EF4-FFF2-40B4-BE49-F238E27FC236}">
                <a16:creationId xmlns:a16="http://schemas.microsoft.com/office/drawing/2014/main" id="{F612BD5E-6E0F-B19B-B1A3-578BA415C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950" y="1331913"/>
            <a:ext cx="1449388" cy="12668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749" name="Rectangle 7">
            <a:extLst>
              <a:ext uri="{FF2B5EF4-FFF2-40B4-BE49-F238E27FC236}">
                <a16:creationId xmlns:a16="http://schemas.microsoft.com/office/drawing/2014/main" id="{4BF1A4F0-B5FB-6C8B-F91C-9E42831F5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5" y="4546600"/>
            <a:ext cx="382588" cy="9794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750" name="Rectangle 8">
            <a:extLst>
              <a:ext uri="{FF2B5EF4-FFF2-40B4-BE49-F238E27FC236}">
                <a16:creationId xmlns:a16="http://schemas.microsoft.com/office/drawing/2014/main" id="{F4DD075E-AA51-B449-BB92-2EAEEE01A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4206875"/>
            <a:ext cx="936625" cy="1631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751" name="Text Box 9">
            <a:extLst>
              <a:ext uri="{FF2B5EF4-FFF2-40B4-BE49-F238E27FC236}">
                <a16:creationId xmlns:a16="http://schemas.microsoft.com/office/drawing/2014/main" id="{B5ABE42E-13C9-CF3A-A028-EA7BF7D05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1454150"/>
            <a:ext cx="1612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nl-NL" sz="3600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1752" name="Text Box 10">
            <a:extLst>
              <a:ext uri="{FF2B5EF4-FFF2-40B4-BE49-F238E27FC236}">
                <a16:creationId xmlns:a16="http://schemas.microsoft.com/office/drawing/2014/main" id="{AD597BE4-2A8B-8734-389B-77347BBB4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300" y="1538288"/>
            <a:ext cx="317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nl-NL" sz="1800" i="1">
                <a:latin typeface="Arial" panose="020B0604020202020204" pitchFamily="34" charset="0"/>
              </a:rPr>
              <a:t>U</a:t>
            </a:r>
          </a:p>
        </p:txBody>
      </p:sp>
      <p:sp>
        <p:nvSpPr>
          <p:cNvPr id="31753" name="Text Box 11">
            <a:extLst>
              <a:ext uri="{FF2B5EF4-FFF2-40B4-BE49-F238E27FC236}">
                <a16:creationId xmlns:a16="http://schemas.microsoft.com/office/drawing/2014/main" id="{46B813DC-4EA7-2ED1-D11E-EE9BC898F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488" y="4537075"/>
            <a:ext cx="317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nl-NL" sz="1800" i="1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31754" name="Slide Number Placeholder 1">
            <a:extLst>
              <a:ext uri="{FF2B5EF4-FFF2-40B4-BE49-F238E27FC236}">
                <a16:creationId xmlns:a16="http://schemas.microsoft.com/office/drawing/2014/main" id="{EDD2ADE7-E46D-2EAE-FE82-50E898C45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29D810-B34D-49F8-BE1F-31D3285BB1B8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3E968F6-A1D2-AE76-ECC7-1757FC51F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Opgaven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50CCC0E-082D-91DA-0853-204829E93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815FE137-9D82-F008-BD8F-6E43F3F0C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C38602DF-E4E1-3542-1606-0E2006489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2774" name="Text Box 6">
            <a:extLst>
              <a:ext uri="{FF2B5EF4-FFF2-40B4-BE49-F238E27FC236}">
                <a16:creationId xmlns:a16="http://schemas.microsoft.com/office/drawing/2014/main" id="{7E529257-B5BF-9ADE-3533-8863C9753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306513"/>
            <a:ext cx="6559550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3200">
                <a:latin typeface="Arial" panose="020B0604020202020204" pitchFamily="34" charset="0"/>
              </a:rPr>
              <a:t>Opgave 2.1C – superpositie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3200">
                <a:latin typeface="Arial" panose="020B0604020202020204" pitchFamily="34" charset="0"/>
              </a:rPr>
              <a:t>Bepaal </a:t>
            </a:r>
            <a:r>
              <a:rPr lang="nl-NL" altLang="nl-NL" sz="3200" i="1">
                <a:latin typeface="Arial" panose="020B0604020202020204" pitchFamily="34" charset="0"/>
              </a:rPr>
              <a:t>I</a:t>
            </a:r>
            <a:r>
              <a:rPr lang="nl-NL" altLang="nl-NL" sz="3200" i="1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2775" name="Slide Number Placeholder 1">
            <a:extLst>
              <a:ext uri="{FF2B5EF4-FFF2-40B4-BE49-F238E27FC236}">
                <a16:creationId xmlns:a16="http://schemas.microsoft.com/office/drawing/2014/main" id="{BB7F2736-9396-C284-ECE6-252B1DEC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DB633D-B338-4DDB-BF07-9B0E3828FC60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nl-NL" altLang="nl-NL" sz="1400">
              <a:latin typeface="Arial" panose="020B0604020202020204" pitchFamily="34" charset="0"/>
            </a:endParaRPr>
          </a:p>
        </p:txBody>
      </p:sp>
      <p:pic>
        <p:nvPicPr>
          <p:cNvPr id="32776" name="Picture 9" descr="opgave%202_1b">
            <a:extLst>
              <a:ext uri="{FF2B5EF4-FFF2-40B4-BE49-F238E27FC236}">
                <a16:creationId xmlns:a16="http://schemas.microsoft.com/office/drawing/2014/main" id="{EF9F8802-B753-6D11-C9B1-0A3194341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213" y="2484438"/>
            <a:ext cx="6491287" cy="362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>
            <a:extLst>
              <a:ext uri="{FF2B5EF4-FFF2-40B4-BE49-F238E27FC236}">
                <a16:creationId xmlns:a16="http://schemas.microsoft.com/office/drawing/2014/main" id="{B43D2383-38B4-A123-52B6-F807B4B75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1452563"/>
            <a:ext cx="8245475" cy="3768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13E09EA-304A-302D-2938-41451FB39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nl-NL"/>
              <a:t>3) Equivalente netwerken (brontransformatie)</a:t>
            </a:r>
            <a:endParaRPr lang="en-US" altLang="nl-NL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67D5FC82-7033-B680-941D-BE32DF4EA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6BE0FBC8-E156-711F-7C1D-806B5423B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12EB9F62-F21B-D397-2A36-105DA8498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5CECD856-2A19-5DE8-D58F-F0F470817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824" name="Rectangle 8">
            <a:extLst>
              <a:ext uri="{FF2B5EF4-FFF2-40B4-BE49-F238E27FC236}">
                <a16:creationId xmlns:a16="http://schemas.microsoft.com/office/drawing/2014/main" id="{F87A81B0-1F86-6B3F-3031-9BCE2E3A7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825" name="Rectangle 9">
            <a:extLst>
              <a:ext uri="{FF2B5EF4-FFF2-40B4-BE49-F238E27FC236}">
                <a16:creationId xmlns:a16="http://schemas.microsoft.com/office/drawing/2014/main" id="{4C763435-A883-DA5D-7818-831A64BBC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34826" name="Picture 10" descr="fig 2_11c">
            <a:extLst>
              <a:ext uri="{FF2B5EF4-FFF2-40B4-BE49-F238E27FC236}">
                <a16:creationId xmlns:a16="http://schemas.microsoft.com/office/drawing/2014/main" id="{01D72A09-FF92-9FFA-B7D8-877FA174D24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350" y="1916113"/>
            <a:ext cx="7499350" cy="2843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27" name="Slide Number Placeholder 1">
            <a:extLst>
              <a:ext uri="{FF2B5EF4-FFF2-40B4-BE49-F238E27FC236}">
                <a16:creationId xmlns:a16="http://schemas.microsoft.com/office/drawing/2014/main" id="{F44FBD23-61B4-9B52-707C-768F00E0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5AB34C-3EC8-4638-96DE-BBA222673205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>
            <a:extLst>
              <a:ext uri="{FF2B5EF4-FFF2-40B4-BE49-F238E27FC236}">
                <a16:creationId xmlns:a16="http://schemas.microsoft.com/office/drawing/2014/main" id="{C26DF2F3-25FA-7823-5FE8-6AA59DBD6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950" y="1550988"/>
            <a:ext cx="6154738" cy="3933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36C60C0-9260-1B0B-6B69-69C581BE3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nl-NL"/>
              <a:t>Thévenin-equivalent</a:t>
            </a:r>
            <a:endParaRPr lang="en-US" altLang="nl-NL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614B0554-B800-80C8-E5FC-C0BF75D76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EA4F4E48-1C82-17C5-7B77-CC74BBA64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6188" y="4741863"/>
            <a:ext cx="655955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NL" altLang="nl-NL" sz="3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nl-NL" altLang="nl-NL" sz="3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3200">
                <a:latin typeface="Arial" panose="020B0604020202020204" pitchFamily="34" charset="0"/>
              </a:rPr>
              <a:t>Niet-ideale spanningsbron</a:t>
            </a:r>
          </a:p>
        </p:txBody>
      </p:sp>
      <p:pic>
        <p:nvPicPr>
          <p:cNvPr id="36870" name="Picture 6" descr="fig 2_5b">
            <a:extLst>
              <a:ext uri="{FF2B5EF4-FFF2-40B4-BE49-F238E27FC236}">
                <a16:creationId xmlns:a16="http://schemas.microsoft.com/office/drawing/2014/main" id="{827130C5-2245-3EAC-6A2D-ACE7A3AFA1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9450" y="1766888"/>
            <a:ext cx="4760913" cy="3509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871" name="Slide Number Placeholder 1">
            <a:extLst>
              <a:ext uri="{FF2B5EF4-FFF2-40B4-BE49-F238E27FC236}">
                <a16:creationId xmlns:a16="http://schemas.microsoft.com/office/drawing/2014/main" id="{378DB80E-7475-69C1-922B-407D6FB0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10F8AC-82C9-459E-AFEC-226B67451651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F51CE91-1E2B-9C49-E82B-71E2BB5D8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nl-NL"/>
              <a:t>Norton-equivalent</a:t>
            </a:r>
            <a:endParaRPr lang="en-US" altLang="nl-NL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12CE6F1-9C84-F774-9978-51EB72C5A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950" y="1550988"/>
            <a:ext cx="6154738" cy="3933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CCF1C2CE-9641-C9A7-9D9B-2990FAB27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6188" y="4741863"/>
            <a:ext cx="655955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NL" altLang="nl-NL" sz="3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nl-NL" altLang="nl-NL" sz="3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3200">
                <a:latin typeface="Arial" panose="020B0604020202020204" pitchFamily="34" charset="0"/>
              </a:rPr>
              <a:t>Niet-ideale stroombron</a:t>
            </a:r>
          </a:p>
        </p:txBody>
      </p:sp>
      <p:pic>
        <p:nvPicPr>
          <p:cNvPr id="38917" name="Picture 5" descr="fig 2_5c">
            <a:extLst>
              <a:ext uri="{FF2B5EF4-FFF2-40B4-BE49-F238E27FC236}">
                <a16:creationId xmlns:a16="http://schemas.microsoft.com/office/drawing/2014/main" id="{CBBEBC36-F049-F7FE-679D-C2FAA0D60B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809750"/>
            <a:ext cx="5053013" cy="3419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18" name="Slide Number Placeholder 1">
            <a:extLst>
              <a:ext uri="{FF2B5EF4-FFF2-40B4-BE49-F238E27FC236}">
                <a16:creationId xmlns:a16="http://schemas.microsoft.com/office/drawing/2014/main" id="{1138D217-AD75-29E9-6824-8EE0B119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FC514B-4AF9-4BAB-94C9-A7173D45B615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fig 2_5b">
            <a:extLst>
              <a:ext uri="{FF2B5EF4-FFF2-40B4-BE49-F238E27FC236}">
                <a16:creationId xmlns:a16="http://schemas.microsoft.com/office/drawing/2014/main" id="{CBC0180E-EFA3-45D2-3D51-E06C7CF6643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8638" y="2659063"/>
            <a:ext cx="3889375" cy="2867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63" name="Line 3">
            <a:extLst>
              <a:ext uri="{FF2B5EF4-FFF2-40B4-BE49-F238E27FC236}">
                <a16:creationId xmlns:a16="http://schemas.microsoft.com/office/drawing/2014/main" id="{8055DFC3-C6FF-1B94-249B-482A86DA6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6338" y="2128838"/>
            <a:ext cx="725487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5CF5BF81-EE3F-978E-4495-21F25A75C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870075"/>
            <a:ext cx="3367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nl-NL" altLang="nl-NL" sz="2400" b="1">
                <a:latin typeface="Arial" panose="020B0604020202020204" pitchFamily="34" charset="0"/>
              </a:rPr>
              <a:t>Thévenin-equivalent</a:t>
            </a:r>
            <a:endParaRPr lang="en-US" altLang="nl-NL" sz="2400" b="1">
              <a:latin typeface="Arial" panose="020B0604020202020204" pitchFamily="34" charset="0"/>
            </a:endParaRPr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F58C3196-616A-D481-E05E-D3DC133C8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2663" y="1865313"/>
            <a:ext cx="3367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nl-NL" altLang="nl-NL" sz="2400" b="1">
                <a:latin typeface="Arial" panose="020B0604020202020204" pitchFamily="34" charset="0"/>
              </a:rPr>
              <a:t>Norton-equivalent</a:t>
            </a:r>
            <a:endParaRPr lang="en-US" altLang="nl-NL" sz="2400" b="1">
              <a:latin typeface="Arial" panose="020B0604020202020204" pitchFamily="34" charset="0"/>
            </a:endParaRPr>
          </a:p>
        </p:txBody>
      </p:sp>
      <p:pic>
        <p:nvPicPr>
          <p:cNvPr id="40966" name="Picture 6" descr="fig 2_5c">
            <a:extLst>
              <a:ext uri="{FF2B5EF4-FFF2-40B4-BE49-F238E27FC236}">
                <a16:creationId xmlns:a16="http://schemas.microsoft.com/office/drawing/2014/main" id="{70F8BC48-FA7F-7DDF-312B-0E6D19BE1B1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68863" y="2690813"/>
            <a:ext cx="3908425" cy="2644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67" name="Rectangle 7">
            <a:extLst>
              <a:ext uri="{FF2B5EF4-FFF2-40B4-BE49-F238E27FC236}">
                <a16:creationId xmlns:a16="http://schemas.microsoft.com/office/drawing/2014/main" id="{D51B0D37-59B0-8725-4DF0-6EC3D54A34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nl-NL" altLang="nl-NL"/>
              <a:t>3) Equivalente netwerken (brontransformatie)</a:t>
            </a:r>
            <a:endParaRPr lang="en-US" altLang="nl-NL"/>
          </a:p>
        </p:txBody>
      </p:sp>
      <p:sp>
        <p:nvSpPr>
          <p:cNvPr id="40968" name="Slide Number Placeholder 1">
            <a:extLst>
              <a:ext uri="{FF2B5EF4-FFF2-40B4-BE49-F238E27FC236}">
                <a16:creationId xmlns:a16="http://schemas.microsoft.com/office/drawing/2014/main" id="{F39C70BB-27C5-F475-ADBC-BA4265C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833697-6A64-44E3-9B62-151559044B49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>
            <a:extLst>
              <a:ext uri="{FF2B5EF4-FFF2-40B4-BE49-F238E27FC236}">
                <a16:creationId xmlns:a16="http://schemas.microsoft.com/office/drawing/2014/main" id="{2DA6ACBF-B18D-27D0-0AE9-E22BACBD4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8" y="1531938"/>
            <a:ext cx="8913812" cy="47767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43011" name="Object 3">
            <a:extLst>
              <a:ext uri="{FF2B5EF4-FFF2-40B4-BE49-F238E27FC236}">
                <a16:creationId xmlns:a16="http://schemas.microsoft.com/office/drawing/2014/main" id="{872A2FDC-0259-6E67-13D8-4AFF381EAB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4688" y="5067300"/>
          <a:ext cx="1392237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1252" imgH="228501" progId="Equation.3">
                  <p:embed/>
                </p:oleObj>
              </mc:Choice>
              <mc:Fallback>
                <p:oleObj name="Equation" r:id="rId3" imgW="571252" imgH="2285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5067300"/>
                        <a:ext cx="1392237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41B21E83-D213-4B94-5DB2-95388D009C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7363" y="5675313"/>
          <a:ext cx="1827212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49300" imgH="228600" progId="Equation.3">
                  <p:embed/>
                </p:oleObj>
              </mc:Choice>
              <mc:Fallback>
                <p:oleObj name="Equation" r:id="rId5" imgW="7493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63" y="5675313"/>
                        <a:ext cx="1827212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Line 5">
            <a:extLst>
              <a:ext uri="{FF2B5EF4-FFF2-40B4-BE49-F238E27FC236}">
                <a16:creationId xmlns:a16="http://schemas.microsoft.com/office/drawing/2014/main" id="{6C29C319-D509-62EF-EA41-D3008EE4C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6338" y="1852613"/>
            <a:ext cx="725487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F29B59A4-E886-6B7F-09AC-4FCD47248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593850"/>
            <a:ext cx="3367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nl-NL" altLang="nl-NL" sz="2400" b="1">
                <a:latin typeface="Arial" panose="020B0604020202020204" pitchFamily="34" charset="0"/>
              </a:rPr>
              <a:t>Thévenin-equivalent</a:t>
            </a:r>
            <a:endParaRPr lang="en-US" altLang="nl-NL" sz="2400" b="1">
              <a:latin typeface="Arial" panose="020B0604020202020204" pitchFamily="34" charset="0"/>
            </a:endParaRPr>
          </a:p>
        </p:txBody>
      </p:sp>
      <p:sp>
        <p:nvSpPr>
          <p:cNvPr id="43015" name="Text Box 7">
            <a:extLst>
              <a:ext uri="{FF2B5EF4-FFF2-40B4-BE49-F238E27FC236}">
                <a16:creationId xmlns:a16="http://schemas.microsoft.com/office/drawing/2014/main" id="{974093FF-7028-5F07-82B3-79321D774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2663" y="1589088"/>
            <a:ext cx="3367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nl-NL" altLang="nl-NL" sz="2400" b="1">
                <a:latin typeface="Arial" panose="020B0604020202020204" pitchFamily="34" charset="0"/>
              </a:rPr>
              <a:t>Norton-equivalent</a:t>
            </a:r>
            <a:endParaRPr lang="en-US" altLang="nl-NL" sz="2400" b="1">
              <a:latin typeface="Arial" panose="020B0604020202020204" pitchFamily="34" charset="0"/>
            </a:endParaRPr>
          </a:p>
        </p:txBody>
      </p:sp>
      <p:pic>
        <p:nvPicPr>
          <p:cNvPr id="43016" name="Picture 8" descr="fig 2_5b">
            <a:extLst>
              <a:ext uri="{FF2B5EF4-FFF2-40B4-BE49-F238E27FC236}">
                <a16:creationId xmlns:a16="http://schemas.microsoft.com/office/drawing/2014/main" id="{A10E05F8-71CD-1D1D-73D7-F35B4FCE9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2160588"/>
            <a:ext cx="388937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017" name="Picture 9" descr="fig 2_5c">
            <a:extLst>
              <a:ext uri="{FF2B5EF4-FFF2-40B4-BE49-F238E27FC236}">
                <a16:creationId xmlns:a16="http://schemas.microsoft.com/office/drawing/2014/main" id="{94093F2D-CC6E-3D11-C802-2D30EA97E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288" y="2192338"/>
            <a:ext cx="3908425" cy="264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18" name="Rectangle 10">
            <a:extLst>
              <a:ext uri="{FF2B5EF4-FFF2-40B4-BE49-F238E27FC236}">
                <a16:creationId xmlns:a16="http://schemas.microsoft.com/office/drawing/2014/main" id="{D86092D5-B27B-9E08-9A18-2E0F0E46E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nl-NL" altLang="nl-NL"/>
              <a:t>3) Equivalente netwerken (brontransformatie)</a:t>
            </a:r>
            <a:endParaRPr lang="en-US" altLang="nl-NL"/>
          </a:p>
        </p:txBody>
      </p:sp>
      <p:sp>
        <p:nvSpPr>
          <p:cNvPr id="43019" name="Slide Number Placeholder 1">
            <a:extLst>
              <a:ext uri="{FF2B5EF4-FFF2-40B4-BE49-F238E27FC236}">
                <a16:creationId xmlns:a16="http://schemas.microsoft.com/office/drawing/2014/main" id="{3D9874A0-9DBC-1863-DA25-9BF394D8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48FD6A-5491-4E98-9130-3BF8F872DBD6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>
            <a:extLst>
              <a:ext uri="{FF2B5EF4-FFF2-40B4-BE49-F238E27FC236}">
                <a16:creationId xmlns:a16="http://schemas.microsoft.com/office/drawing/2014/main" id="{FD9FD501-5A15-FE94-9415-BEE02874B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1452563"/>
            <a:ext cx="8245475" cy="3768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69E0821-92B5-6604-5555-3999C5546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nl-NL"/>
              <a:t>3) Equivalente netwerken (brontransformatie)</a:t>
            </a:r>
            <a:endParaRPr lang="en-US" altLang="nl-NL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48FD180F-F47B-9E36-0663-CB1972DBA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80F32FE3-9809-D490-A8A7-B9F731836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8685F056-C54C-6B4D-7357-6B2ED0185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2DED4B9C-62CE-5055-46E1-232981F85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5064" name="Rectangle 8">
            <a:extLst>
              <a:ext uri="{FF2B5EF4-FFF2-40B4-BE49-F238E27FC236}">
                <a16:creationId xmlns:a16="http://schemas.microsoft.com/office/drawing/2014/main" id="{B8242707-1F32-1A35-3175-6360EC798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5065" name="Rectangle 9">
            <a:extLst>
              <a:ext uri="{FF2B5EF4-FFF2-40B4-BE49-F238E27FC236}">
                <a16:creationId xmlns:a16="http://schemas.microsoft.com/office/drawing/2014/main" id="{42DFCA48-B883-B5D2-CBA9-425AB3543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45066" name="Picture 10" descr="fig 2_11c">
            <a:extLst>
              <a:ext uri="{FF2B5EF4-FFF2-40B4-BE49-F238E27FC236}">
                <a16:creationId xmlns:a16="http://schemas.microsoft.com/office/drawing/2014/main" id="{C43A2F0F-8133-AE3B-ABF6-4B990ABFE82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6200" y="1587500"/>
            <a:ext cx="6975475" cy="2644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067" name="Slide Number Placeholder 1">
            <a:extLst>
              <a:ext uri="{FF2B5EF4-FFF2-40B4-BE49-F238E27FC236}">
                <a16:creationId xmlns:a16="http://schemas.microsoft.com/office/drawing/2014/main" id="{FE4F71C7-BAF3-74A0-C567-07733E371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AE38F6-4B80-44AD-8C5D-9E6DB94D783E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nl-NL" altLang="nl-NL" sz="14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1FE0A2-81D9-C13F-C694-603DA6A6401E}"/>
              </a:ext>
            </a:extLst>
          </p:cNvPr>
          <p:cNvSpPr txBox="1"/>
          <p:nvPr/>
        </p:nvSpPr>
        <p:spPr>
          <a:xfrm>
            <a:off x="698500" y="4470400"/>
            <a:ext cx="7632700" cy="2259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dirty="0" err="1">
                <a:solidFill>
                  <a:schemeClr val="tx1"/>
                </a:solidFill>
                <a:latin typeface="Arial" charset="0"/>
              </a:rPr>
              <a:t>Th</a:t>
            </a:r>
            <a:r>
              <a:rPr lang="nl-NL" dirty="0">
                <a:solidFill>
                  <a:schemeClr val="tx1"/>
                </a:solidFill>
                <a:latin typeface="Arial" charset="0"/>
              </a:rPr>
              <a:t>é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venin equivalent:</a:t>
            </a:r>
          </a:p>
          <a:p>
            <a:pPr marL="457200" indent="-457200" eaLnBrk="1" hangingPunct="1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i="1" dirty="0" err="1">
                <a:solidFill>
                  <a:schemeClr val="tx1"/>
                </a:solidFill>
                <a:latin typeface="Arial" charset="0"/>
              </a:rPr>
              <a:t>R</a:t>
            </a:r>
            <a:r>
              <a:rPr lang="en-US" i="1" baseline="-25000" dirty="0" err="1">
                <a:solidFill>
                  <a:schemeClr val="tx1"/>
                </a:solidFill>
                <a:latin typeface="Arial" charset="0"/>
              </a:rPr>
              <a:t>th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=</a:t>
            </a:r>
            <a:r>
              <a:rPr lang="en-US" dirty="0" err="1">
                <a:solidFill>
                  <a:schemeClr val="tx1"/>
                </a:solidFill>
                <a:latin typeface="Arial" charset="0"/>
              </a:rPr>
              <a:t>totale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charset="0"/>
              </a:rPr>
              <a:t>weerstand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charset="0"/>
              </a:rPr>
              <a:t>gezien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charset="0"/>
              </a:rPr>
              <a:t>vanuit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Arial" charset="0"/>
              </a:rPr>
              <a:t>uitgang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 (</a:t>
            </a:r>
            <a:r>
              <a:rPr lang="en-US" dirty="0" err="1">
                <a:solidFill>
                  <a:schemeClr val="tx1"/>
                </a:solidFill>
                <a:latin typeface="Arial" charset="0"/>
              </a:rPr>
              <a:t>alle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charset="0"/>
              </a:rPr>
              <a:t>bronnen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 0)</a:t>
            </a:r>
          </a:p>
          <a:p>
            <a:pPr marL="457200" indent="-457200" eaLnBrk="1" hangingPunct="1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i="1" dirty="0" err="1">
                <a:solidFill>
                  <a:schemeClr val="tx1"/>
                </a:solidFill>
                <a:latin typeface="Arial" charset="0"/>
              </a:rPr>
              <a:t>U</a:t>
            </a:r>
            <a:r>
              <a:rPr lang="en-US" i="1" baseline="-25000" dirty="0" err="1">
                <a:solidFill>
                  <a:schemeClr val="tx1"/>
                </a:solidFill>
                <a:latin typeface="Arial" charset="0"/>
              </a:rPr>
              <a:t>th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=</a:t>
            </a:r>
            <a:r>
              <a:rPr lang="en-US" i="1" dirty="0">
                <a:solidFill>
                  <a:schemeClr val="tx1"/>
                </a:solidFill>
                <a:latin typeface="Arial" charset="0"/>
              </a:rPr>
              <a:t>U</a:t>
            </a:r>
            <a:r>
              <a:rPr lang="en-US" i="1" baseline="-25000" dirty="0">
                <a:solidFill>
                  <a:schemeClr val="tx1"/>
                </a:solidFill>
                <a:latin typeface="Arial" charset="0"/>
              </a:rPr>
              <a:t>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A29BDC1E-08EF-2360-9732-754482F692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Opgaven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A4B9356-0895-0582-F824-CFE9F7B89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03864DE4-4F8D-42CD-741D-9CE8BB8B6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10239EF7-A88D-42A8-C4C3-43DE3D18C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7110" name="Text Box 6">
            <a:extLst>
              <a:ext uri="{FF2B5EF4-FFF2-40B4-BE49-F238E27FC236}">
                <a16:creationId xmlns:a16="http://schemas.microsoft.com/office/drawing/2014/main" id="{7F00663D-80AF-5E01-D09F-904C2F20C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306513"/>
            <a:ext cx="7662863" cy="187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b="1">
                <a:solidFill>
                  <a:srgbClr val="B2B2B2"/>
                </a:solidFill>
                <a:latin typeface="Arial" panose="020B0604020202020204" pitchFamily="34" charset="0"/>
              </a:rPr>
              <a:t>Opgave 2.3 – Netwerkvergelijkingen 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b="1">
                <a:solidFill>
                  <a:srgbClr val="B2B2B2"/>
                </a:solidFill>
                <a:latin typeface="Arial" panose="020B0604020202020204" pitchFamily="34" charset="0"/>
              </a:rPr>
              <a:t>		     brontransformaties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b="1">
                <a:latin typeface="Arial" panose="020B0604020202020204" pitchFamily="34" charset="0"/>
              </a:rPr>
              <a:t>Opgave 2.5a </a:t>
            </a:r>
            <a:r>
              <a:rPr lang="nl-NL" altLang="nl-NL" sz="3200" b="1">
                <a:latin typeface="Arial" panose="020B0604020202020204" pitchFamily="34" charset="0"/>
              </a:rPr>
              <a:t>–</a:t>
            </a:r>
            <a:r>
              <a:rPr lang="nl-NL" altLang="nl-NL" b="1">
                <a:latin typeface="Arial" panose="020B0604020202020204" pitchFamily="34" charset="0"/>
              </a:rPr>
              <a:t> Thévenin- en Norton-				  equivalent</a:t>
            </a:r>
            <a:endParaRPr lang="en-US" altLang="nl-NL" b="1">
              <a:latin typeface="Arial" panose="020B0604020202020204" pitchFamily="34" charset="0"/>
            </a:endParaRPr>
          </a:p>
        </p:txBody>
      </p:sp>
      <p:pic>
        <p:nvPicPr>
          <p:cNvPr id="47111" name="Picture 7" descr="opgave 2_5e">
            <a:extLst>
              <a:ext uri="{FF2B5EF4-FFF2-40B4-BE49-F238E27FC236}">
                <a16:creationId xmlns:a16="http://schemas.microsoft.com/office/drawing/2014/main" id="{C539447F-9F44-7532-DB02-3420FED11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3048000"/>
            <a:ext cx="7370762" cy="308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2" name="Slide Number Placeholder 1">
            <a:extLst>
              <a:ext uri="{FF2B5EF4-FFF2-40B4-BE49-F238E27FC236}">
                <a16:creationId xmlns:a16="http://schemas.microsoft.com/office/drawing/2014/main" id="{FF2E81DD-D0C6-D423-FEF4-69A0B089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61A872-4727-470E-A941-C96D2723065A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>
            <a:extLst>
              <a:ext uri="{FF2B5EF4-FFF2-40B4-BE49-F238E27FC236}">
                <a16:creationId xmlns:a16="http://schemas.microsoft.com/office/drawing/2014/main" id="{0194A592-90D9-F1D0-5FC6-FC292191B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663" y="5345113"/>
            <a:ext cx="3876675" cy="877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24584FA2-C9A6-7DEE-82D9-3EC9AB420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1311275"/>
            <a:ext cx="7083425" cy="3933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B8C98D7C-6BEE-2777-14D2-6C11885A0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873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nl-NL"/>
              <a:t>Complexe netwerken</a:t>
            </a:r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4DDFF529-BE12-D80A-FDFF-96D910EF0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C79AE171-113A-81BC-7F21-D468F2135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B2C4C54B-A1FD-67EE-B1B5-00F014C93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9160" name="Rectangle 8">
            <a:extLst>
              <a:ext uri="{FF2B5EF4-FFF2-40B4-BE49-F238E27FC236}">
                <a16:creationId xmlns:a16="http://schemas.microsoft.com/office/drawing/2014/main" id="{02058A4F-4811-37CC-AF0B-61FD17693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49161" name="Picture 9" descr="opgave%202_3a">
            <a:extLst>
              <a:ext uri="{FF2B5EF4-FFF2-40B4-BE49-F238E27FC236}">
                <a16:creationId xmlns:a16="http://schemas.microsoft.com/office/drawing/2014/main" id="{ED205B85-1A8A-CFDF-541B-275EFDD66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3" y="1620838"/>
            <a:ext cx="8447087" cy="361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62" name="Slide Number Placeholder 1">
            <a:extLst>
              <a:ext uri="{FF2B5EF4-FFF2-40B4-BE49-F238E27FC236}">
                <a16:creationId xmlns:a16="http://schemas.microsoft.com/office/drawing/2014/main" id="{656F31A5-C3D2-10EA-34C8-8E242629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AB63AE-6036-48B6-AAA3-C86A6D07DF08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659FB513-B94A-C75F-026A-857AF1093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9543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nl-NL"/>
              <a:t>Tijdafhankelijke netwerken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01420AA-73FC-63BC-8E4D-C3AF3C040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9A7C3DD3-149D-6362-5E8C-B8DFA7356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333D31D5-077D-2D9C-FB0A-B99F0166A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1206" name="Slide Number Placeholder 1">
            <a:extLst>
              <a:ext uri="{FF2B5EF4-FFF2-40B4-BE49-F238E27FC236}">
                <a16:creationId xmlns:a16="http://schemas.microsoft.com/office/drawing/2014/main" id="{65460B18-21D7-C3B2-C4C2-EC2A80291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F70932-03F3-4785-B686-2F62F11AADC4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5F99AE9-EB6C-090D-A922-1F07C9739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1893888"/>
            <a:ext cx="2932113" cy="47799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B9BEB55D-57EA-FE89-F860-0E3D16BE1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Passieve netwerkelementen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36BDC2E9-F7B7-682E-A2FD-65EA72F17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3253" name="Text Box 5">
            <a:extLst>
              <a:ext uri="{FF2B5EF4-FFF2-40B4-BE49-F238E27FC236}">
                <a16:creationId xmlns:a16="http://schemas.microsoft.com/office/drawing/2014/main" id="{A7C165CE-23CA-A461-2A79-3F5122180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3" y="1211263"/>
            <a:ext cx="2605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nl-NL" sz="2400"/>
              <a:t>condensator</a:t>
            </a:r>
          </a:p>
        </p:txBody>
      </p:sp>
      <p:pic>
        <p:nvPicPr>
          <p:cNvPr id="53254" name="Picture 6" descr="fig%203">
            <a:extLst>
              <a:ext uri="{FF2B5EF4-FFF2-40B4-BE49-F238E27FC236}">
                <a16:creationId xmlns:a16="http://schemas.microsoft.com/office/drawing/2014/main" id="{0049E349-FD61-32C7-B168-84C11E413D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6813" y="1944688"/>
            <a:ext cx="1966912" cy="3668712"/>
          </a:xfrm>
        </p:spPr>
      </p:pic>
      <p:graphicFrame>
        <p:nvGraphicFramePr>
          <p:cNvPr id="53255" name="Object 7">
            <a:extLst>
              <a:ext uri="{FF2B5EF4-FFF2-40B4-BE49-F238E27FC236}">
                <a16:creationId xmlns:a16="http://schemas.microsoft.com/office/drawing/2014/main" id="{0327EF97-3EBF-32D5-3521-5B130519E7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2675" y="5810250"/>
          <a:ext cx="226853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726" imgH="393529" progId="Equation.3">
                  <p:embed/>
                </p:oleObj>
              </mc:Choice>
              <mc:Fallback>
                <p:oleObj name="Equation" r:id="rId4" imgW="1091726" imgH="3935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675" y="5810250"/>
                        <a:ext cx="2268538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Text Box 8">
            <a:extLst>
              <a:ext uri="{FF2B5EF4-FFF2-40B4-BE49-F238E27FC236}">
                <a16:creationId xmlns:a16="http://schemas.microsoft.com/office/drawing/2014/main" id="{C745B4F4-29B1-14D1-E142-6F79A284C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263" y="4970463"/>
            <a:ext cx="415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nl-NL" b="1">
                <a:solidFill>
                  <a:srgbClr val="FF33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53257" name="Text Box 9">
            <a:extLst>
              <a:ext uri="{FF2B5EF4-FFF2-40B4-BE49-F238E27FC236}">
                <a16:creationId xmlns:a16="http://schemas.microsoft.com/office/drawing/2014/main" id="{629B981C-416A-66DF-AD75-F44E873BE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613" y="4929188"/>
            <a:ext cx="415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nl-NL" b="1">
                <a:solidFill>
                  <a:srgbClr val="FF33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53258" name="Rectangle 10">
            <a:extLst>
              <a:ext uri="{FF2B5EF4-FFF2-40B4-BE49-F238E27FC236}">
                <a16:creationId xmlns:a16="http://schemas.microsoft.com/office/drawing/2014/main" id="{F2162FF3-44D9-ECDC-E54E-3BF1AD1A9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038" y="1900238"/>
            <a:ext cx="3673475" cy="47640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3259" name="Text Box 11">
            <a:extLst>
              <a:ext uri="{FF2B5EF4-FFF2-40B4-BE49-F238E27FC236}">
                <a16:creationId xmlns:a16="http://schemas.microsoft.com/office/drawing/2014/main" id="{B0357E5C-F7BB-5461-7C89-D28E94CC3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233488"/>
            <a:ext cx="2605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nl-NL" sz="2400"/>
              <a:t>spoel</a:t>
            </a:r>
          </a:p>
        </p:txBody>
      </p:sp>
      <p:pic>
        <p:nvPicPr>
          <p:cNvPr id="53260" name="Picture 12" descr="fig%204">
            <a:extLst>
              <a:ext uri="{FF2B5EF4-FFF2-40B4-BE49-F238E27FC236}">
                <a16:creationId xmlns:a16="http://schemas.microsoft.com/office/drawing/2014/main" id="{AFC4190D-C5DA-4C59-815E-E8F6FC19B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025" y="2009775"/>
            <a:ext cx="3332163" cy="309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53261" name="Object 13">
            <a:extLst>
              <a:ext uri="{FF2B5EF4-FFF2-40B4-BE49-F238E27FC236}">
                <a16:creationId xmlns:a16="http://schemas.microsoft.com/office/drawing/2014/main" id="{5B774D93-AB9D-7825-8DBA-A1D5463147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2250" y="5508625"/>
          <a:ext cx="21605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0948" imgH="393529" progId="Equation.3">
                  <p:embed/>
                </p:oleObj>
              </mc:Choice>
              <mc:Fallback>
                <p:oleObj name="Equation" r:id="rId7" imgW="1040948" imgH="39352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5508625"/>
                        <a:ext cx="216058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2" name="Text Box 14">
            <a:extLst>
              <a:ext uri="{FF2B5EF4-FFF2-40B4-BE49-F238E27FC236}">
                <a16:creationId xmlns:a16="http://schemas.microsoft.com/office/drawing/2014/main" id="{54CFFB12-F328-69A5-4086-E551414C6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2938" y="4478338"/>
            <a:ext cx="415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nl-NL" b="1">
                <a:solidFill>
                  <a:srgbClr val="FF33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53263" name="Text Box 15">
            <a:extLst>
              <a:ext uri="{FF2B5EF4-FFF2-40B4-BE49-F238E27FC236}">
                <a16:creationId xmlns:a16="http://schemas.microsoft.com/office/drawing/2014/main" id="{980BD494-2A6B-BD90-C77B-9FE975439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925" y="4464050"/>
            <a:ext cx="415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nl-NL" b="1">
                <a:solidFill>
                  <a:srgbClr val="FF33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53264" name="Slide Number Placeholder 1">
            <a:extLst>
              <a:ext uri="{FF2B5EF4-FFF2-40B4-BE49-F238E27FC236}">
                <a16:creationId xmlns:a16="http://schemas.microsoft.com/office/drawing/2014/main" id="{4387A194-6426-F7E8-D226-D2FF144A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5E177C-BF33-4760-A29C-BF20B7B12BF3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FBDBDC8-F914-61B1-4EC3-44FFFEB2B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Tijdafhankelijke netwerken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E35611B6-5ABB-A9C1-19D7-50E2F9E92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9AF17845-FEDD-060B-AF08-4397EDFC3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598A560F-A1F0-F2C0-2F0F-65293C720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55302" name="Picture 6" descr="fig 2_6d">
            <a:extLst>
              <a:ext uri="{FF2B5EF4-FFF2-40B4-BE49-F238E27FC236}">
                <a16:creationId xmlns:a16="http://schemas.microsoft.com/office/drawing/2014/main" id="{A910E0C4-7BFD-C50A-405B-80C1236688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1763" y="1905000"/>
            <a:ext cx="6397625" cy="3392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5303" name="Text Box 7">
            <a:extLst>
              <a:ext uri="{FF2B5EF4-FFF2-40B4-BE49-F238E27FC236}">
                <a16:creationId xmlns:a16="http://schemas.microsoft.com/office/drawing/2014/main" id="{A3F1E10D-42F2-2528-152A-F78E2EB3F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177925"/>
            <a:ext cx="346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nl-NL" sz="2400" b="1" i="1">
                <a:solidFill>
                  <a:srgbClr val="FF0000"/>
                </a:solidFill>
              </a:rPr>
              <a:t>RC-serieschakeling</a:t>
            </a:r>
            <a:endParaRPr lang="en-US" altLang="nl-NL" sz="2400"/>
          </a:p>
        </p:txBody>
      </p:sp>
      <p:sp>
        <p:nvSpPr>
          <p:cNvPr id="55304" name="Text Box 8">
            <a:extLst>
              <a:ext uri="{FF2B5EF4-FFF2-40B4-BE49-F238E27FC236}">
                <a16:creationId xmlns:a16="http://schemas.microsoft.com/office/drawing/2014/main" id="{A1EE3A80-4E18-4FBE-91F5-C875A4C5F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5651500"/>
            <a:ext cx="72628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nl-NL" sz="3200">
                <a:latin typeface="Arial" panose="020B0604020202020204" pitchFamily="34" charset="0"/>
              </a:rPr>
              <a:t>Vind een uitdrukking voor </a:t>
            </a:r>
            <a:r>
              <a:rPr lang="en-US" altLang="nl-NL" sz="3200" i="1">
                <a:latin typeface="Arial" panose="020B0604020202020204" pitchFamily="34" charset="0"/>
              </a:rPr>
              <a:t>U</a:t>
            </a:r>
            <a:r>
              <a:rPr lang="en-US" altLang="nl-NL" sz="3200" i="1" baseline="-25000">
                <a:latin typeface="Arial" panose="020B0604020202020204" pitchFamily="34" charset="0"/>
              </a:rPr>
              <a:t>c</a:t>
            </a:r>
            <a:r>
              <a:rPr lang="en-US" altLang="nl-NL" sz="3200" i="1">
                <a:latin typeface="Arial" panose="020B0604020202020204" pitchFamily="34" charset="0"/>
              </a:rPr>
              <a:t>(t)</a:t>
            </a:r>
          </a:p>
        </p:txBody>
      </p:sp>
      <p:sp>
        <p:nvSpPr>
          <p:cNvPr id="55305" name="Slide Number Placeholder 1">
            <a:extLst>
              <a:ext uri="{FF2B5EF4-FFF2-40B4-BE49-F238E27FC236}">
                <a16:creationId xmlns:a16="http://schemas.microsoft.com/office/drawing/2014/main" id="{37E2FB6C-20DB-B916-31BC-9610738C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D828D6-954E-4F3B-BF5C-5D7307046F1E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0BA4A74-9090-C174-E863-BCF107A59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Tijdafhankelijke netwerken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B97C8108-0558-7E88-AE99-612B217E4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A60AD48B-8408-A135-D845-2929EE6A7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CA40C5B3-FD78-C357-95F2-48AD10A46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DCBE8D31-9CB3-CD25-CC11-DA67B4A69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689100"/>
            <a:ext cx="6559550" cy="386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b="1"/>
              <a:t>Stap 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Definitie spanningen/stromen</a:t>
            </a:r>
          </a:p>
          <a:p>
            <a:pPr>
              <a:spcBef>
                <a:spcPct val="0"/>
              </a:spcBef>
              <a:buFontTx/>
              <a:buNone/>
            </a:pPr>
            <a:endParaRPr lang="nl-NL" altLang="nl-NL" sz="2400"/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b="1"/>
              <a:t>Stap 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nl-NL" sz="2400"/>
              <a:t>Opstellen netwerkvergelijkingen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nl-NL" sz="2400"/>
              <a:t>	</a:t>
            </a:r>
            <a:r>
              <a:rPr lang="en-US" altLang="nl-NL" sz="2200"/>
              <a:t>elementvergelijkingen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nl-NL" sz="2200"/>
              <a:t>	structuurvergelijkingen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nl-NL" sz="22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nl-NL" b="1"/>
              <a:t>Stap 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nl-NL" sz="2400"/>
              <a:t>Oplossen netwerkvergelijkingen</a:t>
            </a:r>
          </a:p>
        </p:txBody>
      </p:sp>
      <p:sp>
        <p:nvSpPr>
          <p:cNvPr id="57351" name="Slide Number Placeholder 1">
            <a:extLst>
              <a:ext uri="{FF2B5EF4-FFF2-40B4-BE49-F238E27FC236}">
                <a16:creationId xmlns:a16="http://schemas.microsoft.com/office/drawing/2014/main" id="{743EC5A5-98CE-D416-1D47-927E615D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243F1A-5A71-4392-86EE-AADB4C3350F4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09E5D0C-9405-129B-6B0B-E479C9613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Tijdafhankelijke netwerken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9CAFC03-F794-E0E5-28C7-99CB9A739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192190A7-CC1E-F968-9FA1-B4ABDF098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B26869B6-A8DD-2CAA-B5B3-3C30F307E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9398" name="Text Box 6">
            <a:extLst>
              <a:ext uri="{FF2B5EF4-FFF2-40B4-BE49-F238E27FC236}">
                <a16:creationId xmlns:a16="http://schemas.microsoft.com/office/drawing/2014/main" id="{6712B852-7B1A-8999-5596-378811E52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306513"/>
            <a:ext cx="65595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 b="1"/>
              <a:t>Stap 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Oplossen netwerkvergelijkingen</a:t>
            </a:r>
          </a:p>
          <a:p>
            <a:pPr>
              <a:spcBef>
                <a:spcPct val="0"/>
              </a:spcBef>
              <a:buFontTx/>
              <a:buNone/>
            </a:pPr>
            <a:endParaRPr lang="nl-NL" altLang="nl-NL" sz="2400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89BE965C-2A72-4E4D-4798-3F3B0C5F2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73448" name="Rectangle 8">
            <a:extLst>
              <a:ext uri="{FF2B5EF4-FFF2-40B4-BE49-F238E27FC236}">
                <a16:creationId xmlns:a16="http://schemas.microsoft.com/office/drawing/2014/main" id="{42A60D45-91C1-4E2B-B34A-3D20E7B77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600" y="2325688"/>
            <a:ext cx="6665913" cy="3719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573449" name="Object 9">
            <a:extLst>
              <a:ext uri="{FF2B5EF4-FFF2-40B4-BE49-F238E27FC236}">
                <a16:creationId xmlns:a16="http://schemas.microsoft.com/office/drawing/2014/main" id="{E2D744A2-3377-6F9B-099F-E2344AD06D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9263" y="5378450"/>
          <a:ext cx="300196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9088" imgH="253890" progId="Equation.3">
                  <p:embed/>
                </p:oleObj>
              </mc:Choice>
              <mc:Fallback>
                <p:oleObj name="Equation" r:id="rId3" imgW="1409088" imgH="25389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263" y="5378450"/>
                        <a:ext cx="3001962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2" name="Rectangle 10">
            <a:extLst>
              <a:ext uri="{FF2B5EF4-FFF2-40B4-BE49-F238E27FC236}">
                <a16:creationId xmlns:a16="http://schemas.microsoft.com/office/drawing/2014/main" id="{3C376ECA-6591-B51B-527E-78DBD7E80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9403" name="Object 11">
            <a:extLst>
              <a:ext uri="{FF2B5EF4-FFF2-40B4-BE49-F238E27FC236}">
                <a16:creationId xmlns:a16="http://schemas.microsoft.com/office/drawing/2014/main" id="{0A771653-FE8C-98CC-0357-586EBD99FE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7638" y="2416175"/>
          <a:ext cx="3665537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26451" imgH="406224" progId="Equation.3">
                  <p:embed/>
                </p:oleObj>
              </mc:Choice>
              <mc:Fallback>
                <p:oleObj name="Equation" r:id="rId5" imgW="1726451" imgH="40622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2416175"/>
                        <a:ext cx="3665537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3452" name="Group 12">
            <a:extLst>
              <a:ext uri="{FF2B5EF4-FFF2-40B4-BE49-F238E27FC236}">
                <a16:creationId xmlns:a16="http://schemas.microsoft.com/office/drawing/2014/main" id="{6E2462A8-F751-784C-01DF-A6DA0B02523E}"/>
              </a:ext>
            </a:extLst>
          </p:cNvPr>
          <p:cNvGrpSpPr>
            <a:grpSpLocks/>
          </p:cNvGrpSpPr>
          <p:nvPr/>
        </p:nvGrpSpPr>
        <p:grpSpPr bwMode="auto">
          <a:xfrm>
            <a:off x="1646238" y="3687763"/>
            <a:ext cx="5602287" cy="1230312"/>
            <a:chOff x="922" y="2016"/>
            <a:chExt cx="3529" cy="775"/>
          </a:xfrm>
        </p:grpSpPr>
        <p:graphicFrame>
          <p:nvGraphicFramePr>
            <p:cNvPr id="59406" name="Object 13">
              <a:extLst>
                <a:ext uri="{FF2B5EF4-FFF2-40B4-BE49-F238E27FC236}">
                  <a16:creationId xmlns:a16="http://schemas.microsoft.com/office/drawing/2014/main" id="{2760BDE0-4C97-A122-94EE-03298D98EE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0" y="2283"/>
            <a:ext cx="1456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977900" imgH="241300" progId="Equation.3">
                    <p:embed/>
                  </p:oleObj>
                </mc:Choice>
                <mc:Fallback>
                  <p:oleObj name="Equation" r:id="rId7" imgW="977900" imgH="2413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283"/>
                          <a:ext cx="1456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7" name="Object 14">
              <a:extLst>
                <a:ext uri="{FF2B5EF4-FFF2-40B4-BE49-F238E27FC236}">
                  <a16:creationId xmlns:a16="http://schemas.microsoft.com/office/drawing/2014/main" id="{991177DC-280F-F624-C4B1-5949ACD614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66" y="2112"/>
            <a:ext cx="1485" cy="6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002865" imgH="457002" progId="Equation.3">
                    <p:embed/>
                  </p:oleObj>
                </mc:Choice>
                <mc:Fallback>
                  <p:oleObj name="Equation" r:id="rId9" imgW="1002865" imgH="457002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6" y="2112"/>
                          <a:ext cx="1485" cy="6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8" name="Text Box 15">
              <a:extLst>
                <a:ext uri="{FF2B5EF4-FFF2-40B4-BE49-F238E27FC236}">
                  <a16:creationId xmlns:a16="http://schemas.microsoft.com/office/drawing/2014/main" id="{E727654B-8422-32FE-B47D-B113E197F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2016"/>
              <a:ext cx="20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nl-NL" sz="2400">
                  <a:solidFill>
                    <a:srgbClr val="FF3300"/>
                  </a:solidFill>
                  <a:latin typeface="Arial" panose="020B0604020202020204" pitchFamily="34" charset="0"/>
                </a:rPr>
                <a:t>bronspanning</a:t>
              </a:r>
            </a:p>
          </p:txBody>
        </p:sp>
      </p:grpSp>
      <p:sp>
        <p:nvSpPr>
          <p:cNvPr id="59405" name="Slide Number Placeholder 1">
            <a:extLst>
              <a:ext uri="{FF2B5EF4-FFF2-40B4-BE49-F238E27FC236}">
                <a16:creationId xmlns:a16="http://schemas.microsoft.com/office/drawing/2014/main" id="{29E2050B-C445-B27B-5813-02994CC1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FA3307-A0F1-4257-9194-FDC4566AADFE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>
            <a:extLst>
              <a:ext uri="{FF2B5EF4-FFF2-40B4-BE49-F238E27FC236}">
                <a16:creationId xmlns:a16="http://schemas.microsoft.com/office/drawing/2014/main" id="{E2760837-66CC-E3EB-FAB7-712D58239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25688"/>
            <a:ext cx="9144000" cy="45323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DD501DB-6130-6CB5-039F-39736E640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Tijdafhankelijke netwerken</a:t>
            </a:r>
          </a:p>
        </p:txBody>
      </p:sp>
      <p:pic>
        <p:nvPicPr>
          <p:cNvPr id="61444" name="Picture 4" descr="fig 2_6e">
            <a:extLst>
              <a:ext uri="{FF2B5EF4-FFF2-40B4-BE49-F238E27FC236}">
                <a16:creationId xmlns:a16="http://schemas.microsoft.com/office/drawing/2014/main" id="{EFA33738-2A77-BDB7-3DA8-AFD08CDEB61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22713" y="2557463"/>
            <a:ext cx="4492625" cy="42687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445" name="Rectangle 5">
            <a:extLst>
              <a:ext uri="{FF2B5EF4-FFF2-40B4-BE49-F238E27FC236}">
                <a16:creationId xmlns:a16="http://schemas.microsoft.com/office/drawing/2014/main" id="{C6FD4558-81C6-BEB7-A68A-7719D44B6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C2CC97E3-5EE0-A926-5612-67F4CB7E9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6EB4CADF-0B9D-9D8A-88C3-04A910D16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1448" name="Text Box 8">
            <a:extLst>
              <a:ext uri="{FF2B5EF4-FFF2-40B4-BE49-F238E27FC236}">
                <a16:creationId xmlns:a16="http://schemas.microsoft.com/office/drawing/2014/main" id="{206659D8-0533-B5D4-7FD8-33E2CA6A6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306513"/>
            <a:ext cx="65595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 b="1"/>
              <a:t>Stap 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Oplossen netwerkvergelijkingen</a:t>
            </a:r>
          </a:p>
          <a:p>
            <a:pPr>
              <a:spcBef>
                <a:spcPct val="0"/>
              </a:spcBef>
              <a:buFontTx/>
              <a:buNone/>
            </a:pPr>
            <a:endParaRPr lang="nl-NL" altLang="nl-NL" sz="2400"/>
          </a:p>
        </p:txBody>
      </p:sp>
      <p:sp>
        <p:nvSpPr>
          <p:cNvPr id="61449" name="Rectangle 9">
            <a:extLst>
              <a:ext uri="{FF2B5EF4-FFF2-40B4-BE49-F238E27FC236}">
                <a16:creationId xmlns:a16="http://schemas.microsoft.com/office/drawing/2014/main" id="{B3B027CD-9AD5-D6B3-BBB1-DB9ABF0B4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1450" name="Rectangle 10">
            <a:extLst>
              <a:ext uri="{FF2B5EF4-FFF2-40B4-BE49-F238E27FC236}">
                <a16:creationId xmlns:a16="http://schemas.microsoft.com/office/drawing/2014/main" id="{1D8D02DB-4324-685A-EDCF-3E77036DD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1451" name="Object 11">
            <a:extLst>
              <a:ext uri="{FF2B5EF4-FFF2-40B4-BE49-F238E27FC236}">
                <a16:creationId xmlns:a16="http://schemas.microsoft.com/office/drawing/2014/main" id="{EA9FC415-2F9F-845E-3BC0-049EBF4BCC2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27025" y="4351338"/>
          <a:ext cx="344487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088" imgH="253890" progId="Equation.3">
                  <p:embed/>
                </p:oleObj>
              </mc:Choice>
              <mc:Fallback>
                <p:oleObj name="Equation" r:id="rId4" imgW="1409088" imgH="25389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" y="4351338"/>
                        <a:ext cx="3444875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5500" name="Text Box 12">
            <a:extLst>
              <a:ext uri="{FF2B5EF4-FFF2-40B4-BE49-F238E27FC236}">
                <a16:creationId xmlns:a16="http://schemas.microsoft.com/office/drawing/2014/main" id="{EBFE287F-183D-9CC5-298C-1C134EB5B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6049963"/>
            <a:ext cx="4618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>
                <a:solidFill>
                  <a:srgbClr val="0000CC"/>
                </a:solidFill>
              </a:rPr>
              <a:t>initi</a:t>
            </a:r>
            <a:r>
              <a:rPr lang="nl-NL" altLang="nl-NL" sz="2400">
                <a:solidFill>
                  <a:srgbClr val="0000CC"/>
                </a:solidFill>
                <a:latin typeface="Arial" panose="020B0604020202020204" pitchFamily="34" charset="0"/>
              </a:rPr>
              <a:t>ë</a:t>
            </a:r>
            <a:r>
              <a:rPr lang="nl-NL" altLang="nl-NL" sz="2400">
                <a:solidFill>
                  <a:srgbClr val="0000CC"/>
                </a:solidFill>
              </a:rPr>
              <a:t>le rustconditie </a:t>
            </a:r>
            <a:r>
              <a:rPr lang="nl-NL" altLang="nl-NL" sz="2400" i="1">
                <a:solidFill>
                  <a:srgbClr val="0000CC"/>
                </a:solidFill>
              </a:rPr>
              <a:t>U</a:t>
            </a:r>
            <a:r>
              <a:rPr lang="nl-NL" altLang="nl-NL" sz="2400" i="1" baseline="-25000">
                <a:solidFill>
                  <a:srgbClr val="0000CC"/>
                </a:solidFill>
              </a:rPr>
              <a:t>C</a:t>
            </a:r>
            <a:r>
              <a:rPr lang="nl-NL" altLang="nl-NL" sz="2400">
                <a:solidFill>
                  <a:srgbClr val="0000CC"/>
                </a:solidFill>
              </a:rPr>
              <a:t>(0)=0</a:t>
            </a:r>
          </a:p>
        </p:txBody>
      </p:sp>
      <p:sp>
        <p:nvSpPr>
          <p:cNvPr id="61453" name="Slide Number Placeholder 1">
            <a:extLst>
              <a:ext uri="{FF2B5EF4-FFF2-40B4-BE49-F238E27FC236}">
                <a16:creationId xmlns:a16="http://schemas.microsoft.com/office/drawing/2014/main" id="{9EF5D962-4AC4-84B6-C917-BE58DE8A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0F0633-5661-4633-9A44-5B07F16D036F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50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B9DDEF85-F8B9-5A6E-7F1C-4B41EE75F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Tijdafhankelijke netwerken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2695B0F8-7C6E-5AE1-2C45-86DB817A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4B7254C4-474C-152B-FF86-7ECBB3872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3493" name="Text Box 5">
            <a:extLst>
              <a:ext uri="{FF2B5EF4-FFF2-40B4-BE49-F238E27FC236}">
                <a16:creationId xmlns:a16="http://schemas.microsoft.com/office/drawing/2014/main" id="{CAE0B421-4CA7-128F-0716-300724BEA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38" y="2543175"/>
            <a:ext cx="45783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nl-NL" altLang="nl-NL"/>
              <a:t>Impedanties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nl-NL" altLang="nl-NL"/>
          </a:p>
          <a:p>
            <a:pPr algn="ctr">
              <a:spcBef>
                <a:spcPct val="0"/>
              </a:spcBef>
              <a:buFontTx/>
              <a:buNone/>
            </a:pPr>
            <a:r>
              <a:rPr lang="nl-NL" altLang="nl-NL"/>
              <a:t>Laplacetransformatie	</a:t>
            </a:r>
            <a:r>
              <a:rPr lang="nl-NL" altLang="nl-NL" sz="2400"/>
              <a:t>	</a:t>
            </a:r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B62993A3-586B-07E5-5E51-1E342BE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AEA24ED9-A898-35B8-8341-A284E49D5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3496" name="Rectangle 8">
            <a:extLst>
              <a:ext uri="{FF2B5EF4-FFF2-40B4-BE49-F238E27FC236}">
                <a16:creationId xmlns:a16="http://schemas.microsoft.com/office/drawing/2014/main" id="{BF34F8A4-8963-797C-1E7B-30E36FD6F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3497" name="Rectangle 9">
            <a:extLst>
              <a:ext uri="{FF2B5EF4-FFF2-40B4-BE49-F238E27FC236}">
                <a16:creationId xmlns:a16="http://schemas.microsoft.com/office/drawing/2014/main" id="{25A7305D-549D-C48C-8C42-D7AF12AFD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8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3498" name="Rectangle 10">
            <a:extLst>
              <a:ext uri="{FF2B5EF4-FFF2-40B4-BE49-F238E27FC236}">
                <a16:creationId xmlns:a16="http://schemas.microsoft.com/office/drawing/2014/main" id="{EE44DA75-7A15-A098-25F2-B9CB6C9BC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3499" name="Slide Number Placeholder 1">
            <a:extLst>
              <a:ext uri="{FF2B5EF4-FFF2-40B4-BE49-F238E27FC236}">
                <a16:creationId xmlns:a16="http://schemas.microsoft.com/office/drawing/2014/main" id="{4CDC9134-040E-E425-53D7-EBD484D3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FDE712-8425-4AF2-85AE-48EAC4E3E3F4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>
            <a:extLst>
              <a:ext uri="{FF2B5EF4-FFF2-40B4-BE49-F238E27FC236}">
                <a16:creationId xmlns:a16="http://schemas.microsoft.com/office/drawing/2014/main" id="{80FB01E9-F6EF-CF61-B4DE-BDB9AEDD4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325" y="3667125"/>
            <a:ext cx="4719638" cy="2444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79587" name="Rectangle 3">
            <a:extLst>
              <a:ext uri="{FF2B5EF4-FFF2-40B4-BE49-F238E27FC236}">
                <a16:creationId xmlns:a16="http://schemas.microsoft.com/office/drawing/2014/main" id="{07023958-DF96-CCD1-CA37-631E53B2F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063750"/>
            <a:ext cx="7661275" cy="14843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C25FEB66-E4FC-13F2-8C52-9409F9E51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Tijdafhankelijke netwerken</a:t>
            </a:r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1A9FF710-084F-9C20-4C88-C7874F5B8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53AC9F95-82CD-F52D-9314-BC2ED0C96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9928E8E3-8517-5750-180B-21E910F08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5544" name="Rectangle 8">
            <a:extLst>
              <a:ext uri="{FF2B5EF4-FFF2-40B4-BE49-F238E27FC236}">
                <a16:creationId xmlns:a16="http://schemas.microsoft.com/office/drawing/2014/main" id="{17A563F0-047F-3DFC-403A-82AA3C0DC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5545" name="Object 9">
            <a:extLst>
              <a:ext uri="{FF2B5EF4-FFF2-40B4-BE49-F238E27FC236}">
                <a16:creationId xmlns:a16="http://schemas.microsoft.com/office/drawing/2014/main" id="{216A624C-D163-B7F4-B516-4DDA3DA857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2738" y="3959225"/>
          <a:ext cx="80486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5292" imgH="393359" progId="Equation.3">
                  <p:embed/>
                </p:oleObj>
              </mc:Choice>
              <mc:Fallback>
                <p:oleObj name="Equation" r:id="rId3" imgW="355292" imgH="39335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3959225"/>
                        <a:ext cx="80486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6" name="Object 10">
            <a:extLst>
              <a:ext uri="{FF2B5EF4-FFF2-40B4-BE49-F238E27FC236}">
                <a16:creationId xmlns:a16="http://schemas.microsoft.com/office/drawing/2014/main" id="{B761C845-732A-1420-0928-649BE64393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9388" y="4117975"/>
          <a:ext cx="87153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0835" imgH="215806" progId="Equation.3">
                  <p:embed/>
                </p:oleObj>
              </mc:Choice>
              <mc:Fallback>
                <p:oleObj name="Equation" r:id="rId5" imgW="380835" imgH="21580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8" y="4117975"/>
                        <a:ext cx="87153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7" name="Object 11">
            <a:extLst>
              <a:ext uri="{FF2B5EF4-FFF2-40B4-BE49-F238E27FC236}">
                <a16:creationId xmlns:a16="http://schemas.microsoft.com/office/drawing/2014/main" id="{1EA57A3D-E44D-8DBD-E2F4-C89D2EF043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3675" y="5162550"/>
          <a:ext cx="110966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2391" imgH="279279" progId="Equation.3">
                  <p:embed/>
                </p:oleObj>
              </mc:Choice>
              <mc:Fallback>
                <p:oleObj name="Equation" r:id="rId7" imgW="482391" imgH="27927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5" y="5162550"/>
                        <a:ext cx="110966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8" name="Rectangle 12">
            <a:extLst>
              <a:ext uri="{FF2B5EF4-FFF2-40B4-BE49-F238E27FC236}">
                <a16:creationId xmlns:a16="http://schemas.microsoft.com/office/drawing/2014/main" id="{A5C2DE0E-10B4-10FE-A003-A6117D2B6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5549" name="Object 13">
            <a:extLst>
              <a:ext uri="{FF2B5EF4-FFF2-40B4-BE49-F238E27FC236}">
                <a16:creationId xmlns:a16="http://schemas.microsoft.com/office/drawing/2014/main" id="{6B7824FA-E379-2033-D144-293B82C4B4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7950" y="4959350"/>
          <a:ext cx="102711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393529" progId="Equation.3">
                  <p:embed/>
                </p:oleObj>
              </mc:Choice>
              <mc:Fallback>
                <p:oleObj name="Equation" r:id="rId9" imgW="444307" imgH="39352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4959350"/>
                        <a:ext cx="1027113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0" name="Rectangle 14">
            <a:extLst>
              <a:ext uri="{FF2B5EF4-FFF2-40B4-BE49-F238E27FC236}">
                <a16:creationId xmlns:a16="http://schemas.microsoft.com/office/drawing/2014/main" id="{1AA5CB40-159B-CD1B-9E4A-E0C57D1A9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8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5551" name="Line 15">
            <a:extLst>
              <a:ext uri="{FF2B5EF4-FFF2-40B4-BE49-F238E27FC236}">
                <a16:creationId xmlns:a16="http://schemas.microsoft.com/office/drawing/2014/main" id="{0F4364E3-BC78-E004-0BD3-5D4FE51E2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7675" y="4367213"/>
            <a:ext cx="59531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65552" name="Line 16">
            <a:extLst>
              <a:ext uri="{FF2B5EF4-FFF2-40B4-BE49-F238E27FC236}">
                <a16:creationId xmlns:a16="http://schemas.microsoft.com/office/drawing/2014/main" id="{FDE20B1B-E109-06AF-58A5-5E026FB4F4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448300"/>
            <a:ext cx="59531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65553" name="Rectangle 17">
            <a:extLst>
              <a:ext uri="{FF2B5EF4-FFF2-40B4-BE49-F238E27FC236}">
                <a16:creationId xmlns:a16="http://schemas.microsoft.com/office/drawing/2014/main" id="{3E456314-72CE-9E63-E422-CA9D22734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5554" name="Object 18">
            <a:extLst>
              <a:ext uri="{FF2B5EF4-FFF2-40B4-BE49-F238E27FC236}">
                <a16:creationId xmlns:a16="http://schemas.microsoft.com/office/drawing/2014/main" id="{81E47F60-0C08-05EC-85FA-1D77EF2710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7925" y="2209800"/>
          <a:ext cx="2811463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43000" imgH="482600" progId="Equation.3">
                  <p:embed/>
                </p:oleObj>
              </mc:Choice>
              <mc:Fallback>
                <p:oleObj name="Equation" r:id="rId11" imgW="1143000" imgH="482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2209800"/>
                        <a:ext cx="2811463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5" name="Text Box 19">
            <a:extLst>
              <a:ext uri="{FF2B5EF4-FFF2-40B4-BE49-F238E27FC236}">
                <a16:creationId xmlns:a16="http://schemas.microsoft.com/office/drawing/2014/main" id="{B6B828A3-ADFB-E005-E309-C29A938EF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1366838"/>
            <a:ext cx="655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Laplacetransformatie</a:t>
            </a:r>
          </a:p>
        </p:txBody>
      </p:sp>
      <p:sp>
        <p:nvSpPr>
          <p:cNvPr id="65556" name="Rectangle 20">
            <a:extLst>
              <a:ext uri="{FF2B5EF4-FFF2-40B4-BE49-F238E27FC236}">
                <a16:creationId xmlns:a16="http://schemas.microsoft.com/office/drawing/2014/main" id="{EB9F5C14-C302-2AAE-2ED8-8399BF2C9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5557" name="Slide Number Placeholder 1">
            <a:extLst>
              <a:ext uri="{FF2B5EF4-FFF2-40B4-BE49-F238E27FC236}">
                <a16:creationId xmlns:a16="http://schemas.microsoft.com/office/drawing/2014/main" id="{23077182-D577-2955-DAAC-555B4E4E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A31C7A-D29E-487F-B375-FD1798B9953E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>
            <a:extLst>
              <a:ext uri="{FF2B5EF4-FFF2-40B4-BE49-F238E27FC236}">
                <a16:creationId xmlns:a16="http://schemas.microsoft.com/office/drawing/2014/main" id="{6EE66B36-AFEE-4ED3-9BD2-EFCBF0F47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825" y="3713163"/>
            <a:ext cx="4719638" cy="11953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C80DE43A-1790-E30A-75C9-CE4983F79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Tijdafhankelijke netwerken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8A9CFAEB-71A4-4013-64EE-110CE63A1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7589" name="Object 5">
            <a:extLst>
              <a:ext uri="{FF2B5EF4-FFF2-40B4-BE49-F238E27FC236}">
                <a16:creationId xmlns:a16="http://schemas.microsoft.com/office/drawing/2014/main" id="{28AFDC32-AD2F-BA44-BD71-39ED79905A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3860800"/>
          <a:ext cx="80486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5292" imgH="393359" progId="Equation.3">
                  <p:embed/>
                </p:oleObj>
              </mc:Choice>
              <mc:Fallback>
                <p:oleObj name="Equation" r:id="rId3" imgW="355292" imgH="39335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860800"/>
                        <a:ext cx="80486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6">
            <a:extLst>
              <a:ext uri="{FF2B5EF4-FFF2-40B4-BE49-F238E27FC236}">
                <a16:creationId xmlns:a16="http://schemas.microsoft.com/office/drawing/2014/main" id="{7BE8BE7A-0B0A-F7AE-EBEA-CF89DFF5E3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2888" y="4019550"/>
          <a:ext cx="87153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0835" imgH="215806" progId="Equation.3">
                  <p:embed/>
                </p:oleObj>
              </mc:Choice>
              <mc:Fallback>
                <p:oleObj name="Equation" r:id="rId5" imgW="380835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888" y="4019550"/>
                        <a:ext cx="87153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1" name="Line 7">
            <a:extLst>
              <a:ext uri="{FF2B5EF4-FFF2-40B4-BE49-F238E27FC236}">
                <a16:creationId xmlns:a16="http://schemas.microsoft.com/office/drawing/2014/main" id="{BE762409-F773-248D-BB07-C769E73D92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0700" y="4333875"/>
            <a:ext cx="59531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graphicFrame>
        <p:nvGraphicFramePr>
          <p:cNvPr id="67592" name="Object 8">
            <a:extLst>
              <a:ext uri="{FF2B5EF4-FFF2-40B4-BE49-F238E27FC236}">
                <a16:creationId xmlns:a16="http://schemas.microsoft.com/office/drawing/2014/main" id="{6205E1A9-E514-DEB4-08A1-C692300C12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7863" y="1976438"/>
          <a:ext cx="2638425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91726" imgH="393529" progId="Equation.3">
                  <p:embed/>
                </p:oleObj>
              </mc:Choice>
              <mc:Fallback>
                <p:oleObj name="Equation" r:id="rId7" imgW="1091726" imgH="39352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1976438"/>
                        <a:ext cx="2638425" cy="94138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1641" name="Group 9">
            <a:extLst>
              <a:ext uri="{FF2B5EF4-FFF2-40B4-BE49-F238E27FC236}">
                <a16:creationId xmlns:a16="http://schemas.microsoft.com/office/drawing/2014/main" id="{92550942-F521-A3F8-EFE0-29C140B09358}"/>
              </a:ext>
            </a:extLst>
          </p:cNvPr>
          <p:cNvGrpSpPr>
            <a:grpSpLocks/>
          </p:cNvGrpSpPr>
          <p:nvPr/>
        </p:nvGrpSpPr>
        <p:grpSpPr bwMode="auto">
          <a:xfrm>
            <a:off x="1719263" y="5018088"/>
            <a:ext cx="5859462" cy="1181100"/>
            <a:chOff x="993" y="3161"/>
            <a:chExt cx="3691" cy="744"/>
          </a:xfrm>
        </p:grpSpPr>
        <p:sp>
          <p:nvSpPr>
            <p:cNvPr id="581642" name="Rectangle 10">
              <a:extLst>
                <a:ext uri="{FF2B5EF4-FFF2-40B4-BE49-F238E27FC236}">
                  <a16:creationId xmlns:a16="http://schemas.microsoft.com/office/drawing/2014/main" id="{1B1F67E6-D826-F8BC-9570-F8D66CA4A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" y="3161"/>
              <a:ext cx="3691" cy="7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67598" name="Line 11">
              <a:extLst>
                <a:ext uri="{FF2B5EF4-FFF2-40B4-BE49-F238E27FC236}">
                  <a16:creationId xmlns:a16="http://schemas.microsoft.com/office/drawing/2014/main" id="{46683038-8A74-6EDF-40CB-A548DFC28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3" y="3543"/>
              <a:ext cx="3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none" w="sm" len="sm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l-NL"/>
            </a:p>
          </p:txBody>
        </p:sp>
        <p:graphicFrame>
          <p:nvGraphicFramePr>
            <p:cNvPr id="67599" name="Object 12">
              <a:extLst>
                <a:ext uri="{FF2B5EF4-FFF2-40B4-BE49-F238E27FC236}">
                  <a16:creationId xmlns:a16="http://schemas.microsoft.com/office/drawing/2014/main" id="{56295478-207D-8220-4810-6B4AC9C42C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55" y="3347"/>
            <a:ext cx="1808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066800" imgH="228600" progId="Equation.3">
                    <p:embed/>
                  </p:oleObj>
                </mc:Choice>
                <mc:Fallback>
                  <p:oleObj name="Equation" r:id="rId9" imgW="106680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5" y="3347"/>
                          <a:ext cx="1808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594" name="Text Box 13">
            <a:extLst>
              <a:ext uri="{FF2B5EF4-FFF2-40B4-BE49-F238E27FC236}">
                <a16:creationId xmlns:a16="http://schemas.microsoft.com/office/drawing/2014/main" id="{375110B3-8346-55B6-E562-257B8CFB3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225" y="3076575"/>
            <a:ext cx="655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Laplacetransformatie</a:t>
            </a:r>
          </a:p>
        </p:txBody>
      </p:sp>
      <p:sp>
        <p:nvSpPr>
          <p:cNvPr id="67595" name="Text Box 14">
            <a:extLst>
              <a:ext uri="{FF2B5EF4-FFF2-40B4-BE49-F238E27FC236}">
                <a16:creationId xmlns:a16="http://schemas.microsoft.com/office/drawing/2014/main" id="{5D3D3B38-7495-851D-AB24-C041488D1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1366838"/>
            <a:ext cx="655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Condensator</a:t>
            </a:r>
          </a:p>
        </p:txBody>
      </p:sp>
      <p:sp>
        <p:nvSpPr>
          <p:cNvPr id="67596" name="Slide Number Placeholder 1">
            <a:extLst>
              <a:ext uri="{FF2B5EF4-FFF2-40B4-BE49-F238E27FC236}">
                <a16:creationId xmlns:a16="http://schemas.microsoft.com/office/drawing/2014/main" id="{E23728E0-34B6-577D-2787-BB2299BB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D920FB-CF8A-427C-A50F-1D2FACA3C50C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Rectangle 2">
            <a:extLst>
              <a:ext uri="{FF2B5EF4-FFF2-40B4-BE49-F238E27FC236}">
                <a16:creationId xmlns:a16="http://schemas.microsoft.com/office/drawing/2014/main" id="{E5733784-2567-63A0-9378-3A079289E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825" y="3713163"/>
            <a:ext cx="4719638" cy="1468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E4E5E68A-E55B-7789-6C85-6DBBD6F7B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Tijdafhankelijke netwerken</a:t>
            </a:r>
          </a:p>
        </p:txBody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9094810D-D6B4-DF6E-DEDE-3B090B426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9637" name="Object 5">
            <a:extLst>
              <a:ext uri="{FF2B5EF4-FFF2-40B4-BE49-F238E27FC236}">
                <a16:creationId xmlns:a16="http://schemas.microsoft.com/office/drawing/2014/main" id="{DA9BB61B-2CB2-A442-6F38-2342D1B4D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7363" y="2173288"/>
          <a:ext cx="28702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800" imgH="228600" progId="Equation.3">
                  <p:embed/>
                </p:oleObj>
              </mc:Choice>
              <mc:Fallback>
                <p:oleObj name="Equation" r:id="rId3" imgW="10668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63" y="2173288"/>
                        <a:ext cx="2870200" cy="61436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686" name="Group 6">
            <a:extLst>
              <a:ext uri="{FF2B5EF4-FFF2-40B4-BE49-F238E27FC236}">
                <a16:creationId xmlns:a16="http://schemas.microsoft.com/office/drawing/2014/main" id="{2279BEA5-930E-0B87-1631-60F9E2D0D158}"/>
              </a:ext>
            </a:extLst>
          </p:cNvPr>
          <p:cNvGrpSpPr>
            <a:grpSpLocks/>
          </p:cNvGrpSpPr>
          <p:nvPr/>
        </p:nvGrpSpPr>
        <p:grpSpPr bwMode="auto">
          <a:xfrm>
            <a:off x="828675" y="3724275"/>
            <a:ext cx="6559550" cy="1314450"/>
            <a:chOff x="522" y="2346"/>
            <a:chExt cx="4132" cy="828"/>
          </a:xfrm>
        </p:grpSpPr>
        <p:graphicFrame>
          <p:nvGraphicFramePr>
            <p:cNvPr id="69645" name="Object 7">
              <a:extLst>
                <a:ext uri="{FF2B5EF4-FFF2-40B4-BE49-F238E27FC236}">
                  <a16:creationId xmlns:a16="http://schemas.microsoft.com/office/drawing/2014/main" id="{27926E73-91F9-2DA4-1E62-5035AFA415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8" y="2386"/>
            <a:ext cx="1211" cy="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96641" imgH="393529" progId="Equation.3">
                    <p:embed/>
                  </p:oleObj>
                </mc:Choice>
                <mc:Fallback>
                  <p:oleObj name="Equation" r:id="rId5" imgW="596641" imgH="393529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2386"/>
                          <a:ext cx="1211" cy="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46" name="Text Box 8">
              <a:extLst>
                <a:ext uri="{FF2B5EF4-FFF2-40B4-BE49-F238E27FC236}">
                  <a16:creationId xmlns:a16="http://schemas.microsoft.com/office/drawing/2014/main" id="{D9A20DA8-FB41-F62F-F8B8-D51B7634E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" y="2346"/>
              <a:ext cx="41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NL" altLang="nl-NL" sz="2400"/>
                <a:t>Impedantie</a:t>
              </a:r>
            </a:p>
          </p:txBody>
        </p:sp>
      </p:grpSp>
      <p:sp>
        <p:nvSpPr>
          <p:cNvPr id="69639" name="Text Box 9">
            <a:extLst>
              <a:ext uri="{FF2B5EF4-FFF2-40B4-BE49-F238E27FC236}">
                <a16:creationId xmlns:a16="http://schemas.microsoft.com/office/drawing/2014/main" id="{AF4376FA-6268-EB1B-5E7C-48595D8EC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1366838"/>
            <a:ext cx="655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Condensator</a:t>
            </a:r>
          </a:p>
        </p:txBody>
      </p:sp>
      <p:grpSp>
        <p:nvGrpSpPr>
          <p:cNvPr id="583690" name="Group 10">
            <a:extLst>
              <a:ext uri="{FF2B5EF4-FFF2-40B4-BE49-F238E27FC236}">
                <a16:creationId xmlns:a16="http://schemas.microsoft.com/office/drawing/2014/main" id="{F90F73D4-A97B-DBA3-8210-9F5F397E8927}"/>
              </a:ext>
            </a:extLst>
          </p:cNvPr>
          <p:cNvGrpSpPr>
            <a:grpSpLocks/>
          </p:cNvGrpSpPr>
          <p:nvPr/>
        </p:nvGrpSpPr>
        <p:grpSpPr bwMode="auto">
          <a:xfrm>
            <a:off x="742950" y="5346700"/>
            <a:ext cx="7691438" cy="828675"/>
            <a:chOff x="468" y="3368"/>
            <a:chExt cx="4845" cy="522"/>
          </a:xfrm>
        </p:grpSpPr>
        <p:sp>
          <p:nvSpPr>
            <p:cNvPr id="583691" name="Rectangle 11">
              <a:extLst>
                <a:ext uri="{FF2B5EF4-FFF2-40B4-BE49-F238E27FC236}">
                  <a16:creationId xmlns:a16="http://schemas.microsoft.com/office/drawing/2014/main" id="{E69A547B-B565-AA78-2FCD-CAAD82AEE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" y="3368"/>
              <a:ext cx="4845" cy="5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endParaRPr>
            </a:p>
          </p:txBody>
        </p:sp>
        <p:sp>
          <p:nvSpPr>
            <p:cNvPr id="69644" name="Text Box 12">
              <a:extLst>
                <a:ext uri="{FF2B5EF4-FFF2-40B4-BE49-F238E27FC236}">
                  <a16:creationId xmlns:a16="http://schemas.microsoft.com/office/drawing/2014/main" id="{2BB6D00E-34B1-EC57-8700-4591346F68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" y="3436"/>
              <a:ext cx="46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nl-NL" sz="2400">
                  <a:solidFill>
                    <a:srgbClr val="FF3300"/>
                  </a:solidFill>
                </a:rPr>
                <a:t>algemeen	</a:t>
              </a:r>
              <a:r>
                <a:rPr lang="en-US" altLang="nl-NL" sz="2400" i="1">
                  <a:solidFill>
                    <a:srgbClr val="FF3300"/>
                  </a:solidFill>
                </a:rPr>
                <a:t>	    </a:t>
              </a:r>
              <a:r>
                <a:rPr lang="en-US" altLang="nl-NL" sz="2400" i="1"/>
                <a:t>I=U/Z</a:t>
              </a:r>
              <a:r>
                <a:rPr lang="en-US" altLang="nl-NL" sz="2400" i="1">
                  <a:solidFill>
                    <a:srgbClr val="FF3300"/>
                  </a:solidFill>
                </a:rPr>
                <a:t>	‘wet van Ohm’</a:t>
              </a:r>
            </a:p>
          </p:txBody>
        </p:sp>
      </p:grpSp>
      <p:sp>
        <p:nvSpPr>
          <p:cNvPr id="69641" name="Text Box 13">
            <a:extLst>
              <a:ext uri="{FF2B5EF4-FFF2-40B4-BE49-F238E27FC236}">
                <a16:creationId xmlns:a16="http://schemas.microsoft.com/office/drawing/2014/main" id="{96D7E13E-BBAD-E6C4-71B2-0DA3D17D6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263" y="2932113"/>
            <a:ext cx="4918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nl-NL" sz="2400" i="1"/>
              <a:t>I=U/R</a:t>
            </a:r>
            <a:r>
              <a:rPr lang="en-US" altLang="nl-NL" sz="2400" i="1">
                <a:solidFill>
                  <a:srgbClr val="FF3300"/>
                </a:solidFill>
              </a:rPr>
              <a:t>	wet van Ohm</a:t>
            </a:r>
          </a:p>
        </p:txBody>
      </p:sp>
      <p:sp>
        <p:nvSpPr>
          <p:cNvPr id="69642" name="Slide Number Placeholder 1">
            <a:extLst>
              <a:ext uri="{FF2B5EF4-FFF2-40B4-BE49-F238E27FC236}">
                <a16:creationId xmlns:a16="http://schemas.microsoft.com/office/drawing/2014/main" id="{0A6CD7C8-7CA1-8FDD-781E-1E3944ED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94BF07-66CC-4212-B3A8-B4A1C47AF761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A7086163-00EB-F3EB-D378-D55E9277A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Tijdafhankelijke elementen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8F6402C2-105B-F5FF-B05B-8582741951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68500"/>
            <a:ext cx="8229600" cy="4437063"/>
          </a:xfrm>
        </p:spPr>
        <p:txBody>
          <a:bodyPr/>
          <a:lstStyle/>
          <a:p>
            <a:pPr eaLnBrk="1" hangingPunct="1"/>
            <a:r>
              <a:rPr lang="en-US" altLang="nl-NL"/>
              <a:t>Condensator: </a:t>
            </a:r>
          </a:p>
          <a:p>
            <a:pPr lvl="1" eaLnBrk="1" hangingPunct="1">
              <a:buFontTx/>
              <a:buNone/>
            </a:pPr>
            <a:r>
              <a:rPr lang="en-US" altLang="nl-NL"/>
              <a:t>Z</a:t>
            </a:r>
            <a:r>
              <a:rPr lang="en-US" altLang="nl-NL" baseline="-25000"/>
              <a:t>c</a:t>
            </a:r>
            <a:r>
              <a:rPr lang="en-US" altLang="nl-NL"/>
              <a:t>=1/sC = 1/j</a:t>
            </a:r>
            <a:r>
              <a:rPr lang="en-US" altLang="nl-NL">
                <a:latin typeface="Symbol" panose="05050102010706020507" pitchFamily="18" charset="2"/>
              </a:rPr>
              <a:t>w</a:t>
            </a:r>
            <a:r>
              <a:rPr lang="en-US" altLang="nl-NL"/>
              <a:t>C</a:t>
            </a:r>
          </a:p>
          <a:p>
            <a:pPr eaLnBrk="1" hangingPunct="1"/>
            <a:endParaRPr lang="en-US" altLang="nl-NL"/>
          </a:p>
          <a:p>
            <a:pPr eaLnBrk="1" hangingPunct="1"/>
            <a:endParaRPr lang="en-US" altLang="nl-NL"/>
          </a:p>
          <a:p>
            <a:pPr eaLnBrk="1" hangingPunct="1"/>
            <a:endParaRPr lang="en-US" altLang="nl-NL"/>
          </a:p>
          <a:p>
            <a:pPr eaLnBrk="1" hangingPunct="1"/>
            <a:endParaRPr lang="en-US" altLang="nl-NL"/>
          </a:p>
          <a:p>
            <a:pPr marL="3594100" lvl="2" eaLnBrk="1" hangingPunct="1"/>
            <a:r>
              <a:rPr lang="en-US" altLang="nl-NL" sz="2800"/>
              <a:t>Spoel: </a:t>
            </a:r>
          </a:p>
          <a:p>
            <a:pPr marL="4410075" lvl="4" eaLnBrk="1" hangingPunct="1">
              <a:buFontTx/>
              <a:buNone/>
            </a:pPr>
            <a:r>
              <a:rPr lang="en-US" altLang="nl-NL" sz="2800"/>
              <a:t>Z</a:t>
            </a:r>
            <a:r>
              <a:rPr lang="en-US" altLang="nl-NL" sz="2800" baseline="-25000"/>
              <a:t>L</a:t>
            </a:r>
            <a:r>
              <a:rPr lang="en-US" altLang="nl-NL" sz="2800"/>
              <a:t> = sL = j</a:t>
            </a:r>
            <a:r>
              <a:rPr lang="en-US" altLang="nl-NL" sz="2800">
                <a:latin typeface="Symbol" panose="05050102010706020507" pitchFamily="18" charset="2"/>
              </a:rPr>
              <a:t>w</a:t>
            </a:r>
            <a:r>
              <a:rPr lang="en-US" altLang="nl-NL" sz="2800"/>
              <a:t>L</a:t>
            </a:r>
          </a:p>
        </p:txBody>
      </p:sp>
      <p:pic>
        <p:nvPicPr>
          <p:cNvPr id="71684" name="Picture 4" descr="fig%203">
            <a:extLst>
              <a:ext uri="{FF2B5EF4-FFF2-40B4-BE49-F238E27FC236}">
                <a16:creationId xmlns:a16="http://schemas.microsoft.com/office/drawing/2014/main" id="{8E6B7EDF-A939-6326-E640-5F04DEE01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3" y="1081088"/>
            <a:ext cx="1776412" cy="331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685" name="Picture 5" descr="fig%204">
            <a:extLst>
              <a:ext uri="{FF2B5EF4-FFF2-40B4-BE49-F238E27FC236}">
                <a16:creationId xmlns:a16="http://schemas.microsoft.com/office/drawing/2014/main" id="{1464E8FD-D8DE-9703-3235-4429AF0F2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4111625"/>
            <a:ext cx="2366963" cy="219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686" name="Slide Number Placeholder 1">
            <a:extLst>
              <a:ext uri="{FF2B5EF4-FFF2-40B4-BE49-F238E27FC236}">
                <a16:creationId xmlns:a16="http://schemas.microsoft.com/office/drawing/2014/main" id="{3FD98472-BC37-C98B-1BAA-19842BDD4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C7DF24-1E38-47FE-B44D-B8A65A14C3AB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A1485C06-2723-6230-A020-F6321B7DA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Opgaven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F0C115C9-560A-F81F-5023-CAE516E0B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A818D646-3A10-3498-DFF1-8A2159A55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EC40809E-F1C5-0D31-A354-8331F915C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7BF2FEC8-BDD5-C6FF-45AE-FADDF9803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306513"/>
            <a:ext cx="7662863" cy="308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Arial" charset="0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Arial" charset="0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Arial" charset="0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Arial" charset="0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nl-NL" sz="2800" b="1" dirty="0">
              <a:solidFill>
                <a:schemeClr val="tx1"/>
              </a:solidFill>
            </a:endParaRPr>
          </a:p>
          <a:p>
            <a:pPr>
              <a:defRPr/>
            </a:pPr>
            <a:endParaRPr lang="nl-NL" sz="28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nl-NL" sz="2800" b="1" dirty="0">
                <a:solidFill>
                  <a:schemeClr val="tx1"/>
                </a:solidFill>
              </a:rPr>
              <a:t>Opgave 2.4 – </a:t>
            </a:r>
            <a:r>
              <a:rPr lang="nl-NL" sz="2800" b="1" dirty="0" err="1">
                <a:solidFill>
                  <a:schemeClr val="tx1"/>
                </a:solidFill>
              </a:rPr>
              <a:t>Vervangimpedanties</a:t>
            </a:r>
            <a:endParaRPr lang="nl-NL" sz="2800" b="1" dirty="0">
              <a:solidFill>
                <a:schemeClr val="tx1"/>
              </a:solidFill>
            </a:endParaRPr>
          </a:p>
          <a:p>
            <a:pPr>
              <a:defRPr/>
            </a:pPr>
            <a:endParaRPr lang="nl-NL" sz="28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nl-NL" sz="2800" b="1" dirty="0">
                <a:solidFill>
                  <a:schemeClr val="bg1">
                    <a:lumMod val="75000"/>
                  </a:schemeClr>
                </a:solidFill>
              </a:rPr>
              <a:t>Opgave 2.5c,d – </a:t>
            </a:r>
            <a:r>
              <a:rPr lang="nl-NL" sz="2800" b="1" dirty="0" err="1">
                <a:solidFill>
                  <a:schemeClr val="bg1">
                    <a:lumMod val="75000"/>
                  </a:schemeClr>
                </a:solidFill>
              </a:rPr>
              <a:t>Thévenin</a:t>
            </a:r>
            <a:r>
              <a:rPr lang="nl-NL" sz="2800" b="1" dirty="0">
                <a:solidFill>
                  <a:schemeClr val="bg1">
                    <a:lumMod val="75000"/>
                  </a:schemeClr>
                </a:solidFill>
              </a:rPr>
              <a:t>- en Norton-				  	 equivalent</a:t>
            </a:r>
            <a:endParaRPr lang="en-US" sz="2800" b="1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defRPr/>
            </a:pPr>
            <a:endParaRPr lang="nl-NL" sz="2800" b="1" dirty="0">
              <a:solidFill>
                <a:schemeClr val="tx1"/>
              </a:solidFill>
            </a:endParaRPr>
          </a:p>
        </p:txBody>
      </p:sp>
      <p:sp>
        <p:nvSpPr>
          <p:cNvPr id="72711" name="Slide Number Placeholder 1">
            <a:extLst>
              <a:ext uri="{FF2B5EF4-FFF2-40B4-BE49-F238E27FC236}">
                <a16:creationId xmlns:a16="http://schemas.microsoft.com/office/drawing/2014/main" id="{834E6359-C20B-537F-4087-B1576D87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53B558-0B3B-4C5C-8AA4-DF4E92548241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nl-NL" altLang="nl-NL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FFBA-A657-A508-37AF-43D95AFD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E0513-F137-C6AB-154B-BC3EA92355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87104-7036-9573-C131-42EDAF6D13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4B5B5-D56C-0372-2DCD-C654B1BC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ACC6E-2CE6-4215-AF11-FBB983B6BBBE}" type="slidenum">
              <a:rPr lang="nl-NL" altLang="nl-NL" smtClean="0"/>
              <a:pPr/>
              <a:t>37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021322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8A4629-1C6D-4ACF-9427-590810416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Opgaven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5F638F7-635C-490D-82C5-FA5AD630A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C3BD66BA-DFE9-468C-BB8B-5C1B1257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10A310DE-3158-4596-A5B4-DBEC0DD6D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9B5CC3A2-97C6-42F3-8E68-3ACA05AD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179513"/>
            <a:ext cx="739457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 b="1"/>
              <a:t>Opgave 2.2 B – Netwerkvergelijkingen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Bepaal U</a:t>
            </a:r>
            <a:r>
              <a:rPr lang="nl-NL" altLang="nl-NL" sz="2400" baseline="-25000"/>
              <a:t>I</a:t>
            </a:r>
          </a:p>
        </p:txBody>
      </p:sp>
      <p:pic>
        <p:nvPicPr>
          <p:cNvPr id="23559" name="Picture 7" descr="opgave%202_2b">
            <a:extLst>
              <a:ext uri="{FF2B5EF4-FFF2-40B4-BE49-F238E27FC236}">
                <a16:creationId xmlns:a16="http://schemas.microsoft.com/office/drawing/2014/main" id="{23D161CD-6597-4291-BA1F-B469BDA0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2136775"/>
            <a:ext cx="4778375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Slide Number Placeholder 1">
            <a:extLst>
              <a:ext uri="{FF2B5EF4-FFF2-40B4-BE49-F238E27FC236}">
                <a16:creationId xmlns:a16="http://schemas.microsoft.com/office/drawing/2014/main" id="{40336B8B-CB1F-44F2-AED6-FF53C347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781935-F4D7-43C1-B401-D11353D45EE3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nl-NL" altLang="nl-NL" sz="140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8E5B90-832A-49BD-83E4-85963D1B1190}"/>
              </a:ext>
            </a:extLst>
          </p:cNvPr>
          <p:cNvSpPr/>
          <p:nvPr/>
        </p:nvSpPr>
        <p:spPr bwMode="auto">
          <a:xfrm>
            <a:off x="5010539" y="2136775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432D2-9AA1-4244-850C-74B107E070A4}"/>
              </a:ext>
            </a:extLst>
          </p:cNvPr>
          <p:cNvSpPr/>
          <p:nvPr/>
        </p:nvSpPr>
        <p:spPr bwMode="auto">
          <a:xfrm rot="5400000">
            <a:off x="5416359" y="4008857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921012-8F2A-4C2C-9DD3-C209B35D6EF4}"/>
              </a:ext>
            </a:extLst>
          </p:cNvPr>
          <p:cNvCxnSpPr/>
          <p:nvPr/>
        </p:nvCxnSpPr>
        <p:spPr bwMode="auto">
          <a:xfrm>
            <a:off x="4926563" y="2547257"/>
            <a:ext cx="1362148" cy="0"/>
          </a:xfrm>
          <a:prstGeom prst="line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A61AE77-4C5E-42E0-9806-7BE16084CD58}"/>
              </a:ext>
            </a:extLst>
          </p:cNvPr>
          <p:cNvSpPr txBox="1"/>
          <p:nvPr/>
        </p:nvSpPr>
        <p:spPr>
          <a:xfrm>
            <a:off x="6699380" y="4013234"/>
            <a:ext cx="198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R</a:t>
            </a:r>
            <a:r>
              <a:rPr lang="en-US" sz="2400" i="1" baseline="-25000" dirty="0"/>
              <a:t>V1</a:t>
            </a:r>
            <a:r>
              <a:rPr lang="en-US" sz="2400" i="1" dirty="0"/>
              <a:t>=R</a:t>
            </a:r>
            <a:r>
              <a:rPr lang="en-US" sz="2400" i="1" baseline="-25000" dirty="0"/>
              <a:t>5</a:t>
            </a:r>
            <a:r>
              <a:rPr lang="en-US" sz="2400" i="1" dirty="0"/>
              <a:t>+R</a:t>
            </a:r>
            <a:r>
              <a:rPr lang="en-US" sz="2400" i="1" baseline="-25000" dirty="0"/>
              <a:t>6</a:t>
            </a:r>
            <a:endParaRPr lang="nl-NL" sz="2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86591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998"/>
    </mc:Choice>
    <mc:Fallback xmlns="">
      <p:transition spd="slow" advTm="23998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8A4629-1C6D-4ACF-9427-590810416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Opgaven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5F638F7-635C-490D-82C5-FA5AD630A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C3BD66BA-DFE9-468C-BB8B-5C1B1257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10A310DE-3158-4596-A5B4-DBEC0DD6D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9B5CC3A2-97C6-42F3-8E68-3ACA05AD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179513"/>
            <a:ext cx="739457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 b="1"/>
              <a:t>Opgave 2.2 B – Netwerkvergelijkingen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Bepaal U</a:t>
            </a:r>
            <a:r>
              <a:rPr lang="nl-NL" altLang="nl-NL" sz="2400" baseline="-25000"/>
              <a:t>I</a:t>
            </a:r>
          </a:p>
        </p:txBody>
      </p:sp>
      <p:pic>
        <p:nvPicPr>
          <p:cNvPr id="23559" name="Picture 7" descr="opgave%202_2b">
            <a:extLst>
              <a:ext uri="{FF2B5EF4-FFF2-40B4-BE49-F238E27FC236}">
                <a16:creationId xmlns:a16="http://schemas.microsoft.com/office/drawing/2014/main" id="{23D161CD-6597-4291-BA1F-B469BDA0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2136775"/>
            <a:ext cx="4778375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Slide Number Placeholder 1">
            <a:extLst>
              <a:ext uri="{FF2B5EF4-FFF2-40B4-BE49-F238E27FC236}">
                <a16:creationId xmlns:a16="http://schemas.microsoft.com/office/drawing/2014/main" id="{40336B8B-CB1F-44F2-AED6-FF53C347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781935-F4D7-43C1-B401-D11353D45EE3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nl-NL" altLang="nl-NL" sz="140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8E5B90-832A-49BD-83E4-85963D1B1190}"/>
              </a:ext>
            </a:extLst>
          </p:cNvPr>
          <p:cNvSpPr/>
          <p:nvPr/>
        </p:nvSpPr>
        <p:spPr bwMode="auto">
          <a:xfrm>
            <a:off x="5010539" y="2136775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432D2-9AA1-4244-850C-74B107E070A4}"/>
              </a:ext>
            </a:extLst>
          </p:cNvPr>
          <p:cNvSpPr/>
          <p:nvPr/>
        </p:nvSpPr>
        <p:spPr bwMode="auto">
          <a:xfrm rot="5400000">
            <a:off x="5416359" y="4008857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921012-8F2A-4C2C-9DD3-C209B35D6EF4}"/>
              </a:ext>
            </a:extLst>
          </p:cNvPr>
          <p:cNvCxnSpPr/>
          <p:nvPr/>
        </p:nvCxnSpPr>
        <p:spPr bwMode="auto">
          <a:xfrm>
            <a:off x="4926563" y="2547257"/>
            <a:ext cx="1362148" cy="0"/>
          </a:xfrm>
          <a:prstGeom prst="line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A61AE77-4C5E-42E0-9806-7BE16084CD58}"/>
              </a:ext>
            </a:extLst>
          </p:cNvPr>
          <p:cNvSpPr txBox="1"/>
          <p:nvPr/>
        </p:nvSpPr>
        <p:spPr>
          <a:xfrm>
            <a:off x="6699380" y="4013234"/>
            <a:ext cx="198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tx1"/>
                </a:solidFill>
              </a:rPr>
              <a:t>R</a:t>
            </a:r>
            <a:r>
              <a:rPr lang="en-US" sz="2400" i="1" baseline="-25000" dirty="0">
                <a:solidFill>
                  <a:schemeClr val="tx1"/>
                </a:solidFill>
              </a:rPr>
              <a:t>V1</a:t>
            </a:r>
            <a:r>
              <a:rPr lang="en-US" sz="2400" i="1" dirty="0">
                <a:solidFill>
                  <a:schemeClr val="tx1"/>
                </a:solidFill>
              </a:rPr>
              <a:t>=R</a:t>
            </a:r>
            <a:r>
              <a:rPr lang="en-US" sz="2400" i="1" baseline="-25000" dirty="0">
                <a:solidFill>
                  <a:schemeClr val="tx1"/>
                </a:solidFill>
              </a:rPr>
              <a:t>5</a:t>
            </a:r>
            <a:r>
              <a:rPr lang="en-US" sz="2400" i="1" dirty="0">
                <a:solidFill>
                  <a:schemeClr val="tx1"/>
                </a:solidFill>
              </a:rPr>
              <a:t>+R</a:t>
            </a:r>
            <a:r>
              <a:rPr lang="en-US" sz="2400" i="1" baseline="-25000" dirty="0">
                <a:solidFill>
                  <a:schemeClr val="tx1"/>
                </a:solidFill>
              </a:rPr>
              <a:t>6</a:t>
            </a:r>
            <a:endParaRPr lang="nl-NL" sz="2400" i="1" baseline="-250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3681BC-710F-42FC-ACD8-3390BD843A7E}"/>
              </a:ext>
            </a:extLst>
          </p:cNvPr>
          <p:cNvSpPr/>
          <p:nvPr/>
        </p:nvSpPr>
        <p:spPr bwMode="auto">
          <a:xfrm rot="5400000">
            <a:off x="3685594" y="4068148"/>
            <a:ext cx="1502224" cy="20247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23C64E-4FFD-4533-B0CA-F76E3A17648D}"/>
              </a:ext>
            </a:extLst>
          </p:cNvPr>
          <p:cNvSpPr/>
          <p:nvPr/>
        </p:nvSpPr>
        <p:spPr bwMode="auto">
          <a:xfrm>
            <a:off x="4441371" y="4329407"/>
            <a:ext cx="261257" cy="83975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5EB5A2-FBC5-4607-A8CF-309D1BF8DA21}"/>
              </a:ext>
            </a:extLst>
          </p:cNvPr>
          <p:cNvCxnSpPr>
            <a:stCxn id="4" idx="2"/>
          </p:cNvCxnSpPr>
          <p:nvPr/>
        </p:nvCxnSpPr>
        <p:spPr bwMode="auto">
          <a:xfrm>
            <a:off x="4572000" y="5169161"/>
            <a:ext cx="0" cy="733164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A9542E-B626-4DBF-888F-427967D27826}"/>
                  </a:ext>
                </a:extLst>
              </p:cNvPr>
              <p:cNvSpPr txBox="1"/>
              <p:nvPr/>
            </p:nvSpPr>
            <p:spPr>
              <a:xfrm>
                <a:off x="4525962" y="4931003"/>
                <a:ext cx="1987420" cy="789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baseline="-2500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baseline="-25000" smtClean="0">
                          <a:latin typeface="Cambria Math" panose="02040503050406030204" pitchFamily="18" charset="0"/>
                        </a:rPr>
                        <m:t>2=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nl-NL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A9542E-B626-4DBF-888F-427967D27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962" y="4931003"/>
                <a:ext cx="1987420" cy="789960"/>
              </a:xfrm>
              <a:prstGeom prst="rect">
                <a:avLst/>
              </a:prstGeom>
              <a:blipFill>
                <a:blip r:embed="rId6"/>
                <a:stretch>
                  <a:fillRect b="-155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64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33"/>
    </mc:Choice>
    <mc:Fallback xmlns="">
      <p:transition spd="slow" advTm="17933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8A4629-1C6D-4ACF-9427-590810416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Opgaven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5F638F7-635C-490D-82C5-FA5AD630A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C3BD66BA-DFE9-468C-BB8B-5C1B1257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10A310DE-3158-4596-A5B4-DBEC0DD6D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9B5CC3A2-97C6-42F3-8E68-3ACA05AD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179513"/>
            <a:ext cx="739457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 b="1"/>
              <a:t>Opgave 2.2 B – Netwerkvergelijkingen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Bepaal U</a:t>
            </a:r>
            <a:r>
              <a:rPr lang="nl-NL" altLang="nl-NL" sz="2400" baseline="-25000"/>
              <a:t>I</a:t>
            </a:r>
          </a:p>
        </p:txBody>
      </p:sp>
      <p:pic>
        <p:nvPicPr>
          <p:cNvPr id="23559" name="Picture 7" descr="opgave%202_2b">
            <a:extLst>
              <a:ext uri="{FF2B5EF4-FFF2-40B4-BE49-F238E27FC236}">
                <a16:creationId xmlns:a16="http://schemas.microsoft.com/office/drawing/2014/main" id="{23D161CD-6597-4291-BA1F-B469BDA0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2136775"/>
            <a:ext cx="4778375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Slide Number Placeholder 1">
            <a:extLst>
              <a:ext uri="{FF2B5EF4-FFF2-40B4-BE49-F238E27FC236}">
                <a16:creationId xmlns:a16="http://schemas.microsoft.com/office/drawing/2014/main" id="{40336B8B-CB1F-44F2-AED6-FF53C347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781935-F4D7-43C1-B401-D11353D45EE3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nl-NL" altLang="nl-NL" sz="140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8E5B90-832A-49BD-83E4-85963D1B1190}"/>
              </a:ext>
            </a:extLst>
          </p:cNvPr>
          <p:cNvSpPr/>
          <p:nvPr/>
        </p:nvSpPr>
        <p:spPr bwMode="auto">
          <a:xfrm>
            <a:off x="5010539" y="2136775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432D2-9AA1-4244-850C-74B107E070A4}"/>
              </a:ext>
            </a:extLst>
          </p:cNvPr>
          <p:cNvSpPr/>
          <p:nvPr/>
        </p:nvSpPr>
        <p:spPr bwMode="auto">
          <a:xfrm rot="5400000">
            <a:off x="5416359" y="4008857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921012-8F2A-4C2C-9DD3-C209B35D6EF4}"/>
              </a:ext>
            </a:extLst>
          </p:cNvPr>
          <p:cNvCxnSpPr/>
          <p:nvPr/>
        </p:nvCxnSpPr>
        <p:spPr bwMode="auto">
          <a:xfrm>
            <a:off x="4926563" y="2547257"/>
            <a:ext cx="1362148" cy="0"/>
          </a:xfrm>
          <a:prstGeom prst="line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A61AE77-4C5E-42E0-9806-7BE16084CD58}"/>
              </a:ext>
            </a:extLst>
          </p:cNvPr>
          <p:cNvSpPr txBox="1"/>
          <p:nvPr/>
        </p:nvSpPr>
        <p:spPr>
          <a:xfrm>
            <a:off x="6699380" y="4013234"/>
            <a:ext cx="198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tx1"/>
                </a:solidFill>
              </a:rPr>
              <a:t>R</a:t>
            </a:r>
            <a:r>
              <a:rPr lang="en-US" sz="2400" i="1" baseline="-25000" dirty="0">
                <a:solidFill>
                  <a:schemeClr val="tx1"/>
                </a:solidFill>
              </a:rPr>
              <a:t>V1</a:t>
            </a:r>
            <a:r>
              <a:rPr lang="en-US" sz="2400" i="1" dirty="0">
                <a:solidFill>
                  <a:schemeClr val="tx1"/>
                </a:solidFill>
              </a:rPr>
              <a:t>=R</a:t>
            </a:r>
            <a:r>
              <a:rPr lang="en-US" sz="2400" i="1" baseline="-25000" dirty="0">
                <a:solidFill>
                  <a:schemeClr val="tx1"/>
                </a:solidFill>
              </a:rPr>
              <a:t>5</a:t>
            </a:r>
            <a:r>
              <a:rPr lang="en-US" sz="2400" i="1" dirty="0">
                <a:solidFill>
                  <a:schemeClr val="tx1"/>
                </a:solidFill>
              </a:rPr>
              <a:t>+R</a:t>
            </a:r>
            <a:r>
              <a:rPr lang="en-US" sz="2400" i="1" baseline="-25000" dirty="0">
                <a:solidFill>
                  <a:schemeClr val="tx1"/>
                </a:solidFill>
              </a:rPr>
              <a:t>6</a:t>
            </a:r>
            <a:endParaRPr lang="nl-NL" sz="2400" i="1" baseline="-250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3681BC-710F-42FC-ACD8-3390BD843A7E}"/>
              </a:ext>
            </a:extLst>
          </p:cNvPr>
          <p:cNvSpPr/>
          <p:nvPr/>
        </p:nvSpPr>
        <p:spPr bwMode="auto">
          <a:xfrm rot="5400000">
            <a:off x="3620148" y="4075790"/>
            <a:ext cx="1554842" cy="20247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5EB5A2-FBC5-4607-A8CF-309D1BF8DA21}"/>
              </a:ext>
            </a:extLst>
          </p:cNvPr>
          <p:cNvCxnSpPr>
            <a:stCxn id="4" idx="2"/>
          </p:cNvCxnSpPr>
          <p:nvPr/>
        </p:nvCxnSpPr>
        <p:spPr bwMode="auto">
          <a:xfrm>
            <a:off x="4572000" y="4562668"/>
            <a:ext cx="0" cy="1339657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3F5A813-CE21-44D1-B758-7CF2DAB70806}"/>
              </a:ext>
            </a:extLst>
          </p:cNvPr>
          <p:cNvSpPr/>
          <p:nvPr/>
        </p:nvSpPr>
        <p:spPr bwMode="auto">
          <a:xfrm rot="5400000">
            <a:off x="3772534" y="3156711"/>
            <a:ext cx="1291021" cy="10170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23C64E-4FFD-4533-B0CA-F76E3A17648D}"/>
              </a:ext>
            </a:extLst>
          </p:cNvPr>
          <p:cNvSpPr/>
          <p:nvPr/>
        </p:nvSpPr>
        <p:spPr bwMode="auto">
          <a:xfrm>
            <a:off x="4441371" y="3722914"/>
            <a:ext cx="261257" cy="83975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048613-C981-43BB-8C34-DC8D9117D90A}"/>
              </a:ext>
            </a:extLst>
          </p:cNvPr>
          <p:cNvCxnSpPr/>
          <p:nvPr/>
        </p:nvCxnSpPr>
        <p:spPr bwMode="auto">
          <a:xfrm>
            <a:off x="4571999" y="2547257"/>
            <a:ext cx="0" cy="1175657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72DE8F8-2B60-4551-9A27-E86A84C98A81}"/>
              </a:ext>
            </a:extLst>
          </p:cNvPr>
          <p:cNvSpPr txBox="1"/>
          <p:nvPr/>
        </p:nvSpPr>
        <p:spPr>
          <a:xfrm>
            <a:off x="4588229" y="4588072"/>
            <a:ext cx="198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R</a:t>
            </a:r>
            <a:r>
              <a:rPr lang="en-US" sz="2400" i="1" baseline="-25000" dirty="0"/>
              <a:t>V3</a:t>
            </a:r>
            <a:r>
              <a:rPr lang="en-US" sz="2400" i="1" dirty="0"/>
              <a:t>=R</a:t>
            </a:r>
            <a:r>
              <a:rPr lang="en-US" sz="2400" i="1" baseline="-25000" dirty="0"/>
              <a:t>2</a:t>
            </a:r>
            <a:r>
              <a:rPr lang="en-US" sz="2400" i="1" dirty="0"/>
              <a:t>+R</a:t>
            </a:r>
            <a:r>
              <a:rPr lang="en-US" sz="2400" i="1" baseline="-25000" dirty="0"/>
              <a:t>V2</a:t>
            </a:r>
            <a:endParaRPr lang="nl-NL" sz="2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9825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33"/>
    </mc:Choice>
    <mc:Fallback xmlns="">
      <p:transition spd="slow" advTm="23233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8A4629-1C6D-4ACF-9427-590810416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Opgaven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5F638F7-635C-490D-82C5-FA5AD630A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C3BD66BA-DFE9-468C-BB8B-5C1B1257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10A310DE-3158-4596-A5B4-DBEC0DD6D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9B5CC3A2-97C6-42F3-8E68-3ACA05AD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179513"/>
            <a:ext cx="739457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 b="1"/>
              <a:t>Opgave 2.2 B – Netwerkvergelijkingen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Bepaal U</a:t>
            </a:r>
            <a:r>
              <a:rPr lang="nl-NL" altLang="nl-NL" sz="2400" baseline="-25000"/>
              <a:t>I</a:t>
            </a:r>
          </a:p>
        </p:txBody>
      </p:sp>
      <p:pic>
        <p:nvPicPr>
          <p:cNvPr id="23559" name="Picture 7" descr="opgave%202_2b">
            <a:extLst>
              <a:ext uri="{FF2B5EF4-FFF2-40B4-BE49-F238E27FC236}">
                <a16:creationId xmlns:a16="http://schemas.microsoft.com/office/drawing/2014/main" id="{23D161CD-6597-4291-BA1F-B469BDA0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2136775"/>
            <a:ext cx="4778375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Slide Number Placeholder 1">
            <a:extLst>
              <a:ext uri="{FF2B5EF4-FFF2-40B4-BE49-F238E27FC236}">
                <a16:creationId xmlns:a16="http://schemas.microsoft.com/office/drawing/2014/main" id="{40336B8B-CB1F-44F2-AED6-FF53C347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781935-F4D7-43C1-B401-D11353D45EE3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nl-NL" altLang="nl-NL" sz="140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8E5B90-832A-49BD-83E4-85963D1B1190}"/>
              </a:ext>
            </a:extLst>
          </p:cNvPr>
          <p:cNvSpPr/>
          <p:nvPr/>
        </p:nvSpPr>
        <p:spPr bwMode="auto">
          <a:xfrm>
            <a:off x="5010539" y="2136775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432D2-9AA1-4244-850C-74B107E070A4}"/>
              </a:ext>
            </a:extLst>
          </p:cNvPr>
          <p:cNvSpPr/>
          <p:nvPr/>
        </p:nvSpPr>
        <p:spPr bwMode="auto">
          <a:xfrm rot="5400000">
            <a:off x="4194046" y="2795868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921012-8F2A-4C2C-9DD3-C209B35D6EF4}"/>
              </a:ext>
            </a:extLst>
          </p:cNvPr>
          <p:cNvCxnSpPr/>
          <p:nvPr/>
        </p:nvCxnSpPr>
        <p:spPr bwMode="auto">
          <a:xfrm>
            <a:off x="4926563" y="2547257"/>
            <a:ext cx="1362148" cy="0"/>
          </a:xfrm>
          <a:prstGeom prst="line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13681BC-710F-42FC-ACD8-3390BD843A7E}"/>
              </a:ext>
            </a:extLst>
          </p:cNvPr>
          <p:cNvSpPr/>
          <p:nvPr/>
        </p:nvSpPr>
        <p:spPr bwMode="auto">
          <a:xfrm rot="5400000">
            <a:off x="2860613" y="3316257"/>
            <a:ext cx="2982419" cy="211623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F5A813-CE21-44D1-B758-7CF2DAB70806}"/>
              </a:ext>
            </a:extLst>
          </p:cNvPr>
          <p:cNvSpPr/>
          <p:nvPr/>
        </p:nvSpPr>
        <p:spPr bwMode="auto">
          <a:xfrm rot="5400000">
            <a:off x="3772534" y="3156711"/>
            <a:ext cx="1291021" cy="10170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6705A9-F6AF-4D79-A046-4B5B4B8D81A7}"/>
              </a:ext>
            </a:extLst>
          </p:cNvPr>
          <p:cNvSpPr/>
          <p:nvPr/>
        </p:nvSpPr>
        <p:spPr bwMode="auto">
          <a:xfrm rot="5400000">
            <a:off x="5350917" y="3675125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ED4D6D-29CB-4AAF-BD3F-E6CB117E4BC4}"/>
                  </a:ext>
                </a:extLst>
              </p:cNvPr>
              <p:cNvSpPr txBox="1"/>
              <p:nvPr/>
            </p:nvSpPr>
            <p:spPr>
              <a:xfrm>
                <a:off x="6624732" y="3735385"/>
                <a:ext cx="2202024" cy="789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baseline="-2500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baseline="-25000" smtClean="0">
                          <a:latin typeface="Cambria Math" panose="02040503050406030204" pitchFamily="18" charset="0"/>
                        </a:rPr>
                        <m:t>4=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3+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𝑅𝑣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nl-NL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ED4D6D-29CB-4AAF-BD3F-E6CB117E4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732" y="3735385"/>
                <a:ext cx="2202024" cy="789960"/>
              </a:xfrm>
              <a:prstGeom prst="rect">
                <a:avLst/>
              </a:prstGeom>
              <a:blipFill>
                <a:blip r:embed="rId6"/>
                <a:stretch>
                  <a:fillRect b="-155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88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87"/>
    </mc:Choice>
    <mc:Fallback xmlns="">
      <p:transition spd="slow" advTm="16287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8A4629-1C6D-4ACF-9427-590810416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Opgaven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5F638F7-635C-490D-82C5-FA5AD630A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C3BD66BA-DFE9-468C-BB8B-5C1B1257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10A310DE-3158-4596-A5B4-DBEC0DD6D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9B5CC3A2-97C6-42F3-8E68-3ACA05AD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179513"/>
            <a:ext cx="739457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 b="1"/>
              <a:t>Opgave 2.2 B – Netwerkvergelijkingen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nl-NL" altLang="nl-NL" sz="2400"/>
              <a:t>Bepaal U</a:t>
            </a:r>
            <a:r>
              <a:rPr lang="nl-NL" altLang="nl-NL" sz="2400" baseline="-25000"/>
              <a:t>I</a:t>
            </a:r>
          </a:p>
        </p:txBody>
      </p:sp>
      <p:pic>
        <p:nvPicPr>
          <p:cNvPr id="23559" name="Picture 7" descr="opgave%202_2b">
            <a:extLst>
              <a:ext uri="{FF2B5EF4-FFF2-40B4-BE49-F238E27FC236}">
                <a16:creationId xmlns:a16="http://schemas.microsoft.com/office/drawing/2014/main" id="{23D161CD-6597-4291-BA1F-B469BDA0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2136775"/>
            <a:ext cx="4778375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Slide Number Placeholder 1">
            <a:extLst>
              <a:ext uri="{FF2B5EF4-FFF2-40B4-BE49-F238E27FC236}">
                <a16:creationId xmlns:a16="http://schemas.microsoft.com/office/drawing/2014/main" id="{40336B8B-CB1F-44F2-AED6-FF53C347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781935-F4D7-43C1-B401-D11353D45EE3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nl-NL" altLang="nl-NL" sz="140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8E5B90-832A-49BD-83E4-85963D1B1190}"/>
              </a:ext>
            </a:extLst>
          </p:cNvPr>
          <p:cNvSpPr/>
          <p:nvPr/>
        </p:nvSpPr>
        <p:spPr bwMode="auto">
          <a:xfrm>
            <a:off x="5010539" y="2136775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432D2-9AA1-4244-850C-74B107E070A4}"/>
              </a:ext>
            </a:extLst>
          </p:cNvPr>
          <p:cNvSpPr/>
          <p:nvPr/>
        </p:nvSpPr>
        <p:spPr bwMode="auto">
          <a:xfrm rot="5400000">
            <a:off x="4194046" y="2795868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921012-8F2A-4C2C-9DD3-C209B35D6EF4}"/>
              </a:ext>
            </a:extLst>
          </p:cNvPr>
          <p:cNvCxnSpPr/>
          <p:nvPr/>
        </p:nvCxnSpPr>
        <p:spPr bwMode="auto">
          <a:xfrm>
            <a:off x="4926563" y="2547257"/>
            <a:ext cx="1362148" cy="0"/>
          </a:xfrm>
          <a:prstGeom prst="line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13681BC-710F-42FC-ACD8-3390BD843A7E}"/>
              </a:ext>
            </a:extLst>
          </p:cNvPr>
          <p:cNvSpPr/>
          <p:nvPr/>
        </p:nvSpPr>
        <p:spPr bwMode="auto">
          <a:xfrm rot="5400000">
            <a:off x="2860613" y="3316257"/>
            <a:ext cx="2982419" cy="211623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F5A813-CE21-44D1-B758-7CF2DAB70806}"/>
              </a:ext>
            </a:extLst>
          </p:cNvPr>
          <p:cNvSpPr/>
          <p:nvPr/>
        </p:nvSpPr>
        <p:spPr bwMode="auto">
          <a:xfrm rot="5400000">
            <a:off x="3772534" y="3156711"/>
            <a:ext cx="1291021" cy="10170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6705A9-F6AF-4D79-A046-4B5B4B8D81A7}"/>
              </a:ext>
            </a:extLst>
          </p:cNvPr>
          <p:cNvSpPr/>
          <p:nvPr/>
        </p:nvSpPr>
        <p:spPr bwMode="auto">
          <a:xfrm rot="5400000">
            <a:off x="5378910" y="3675125"/>
            <a:ext cx="1101012" cy="643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9888B3-ACA9-48BA-A7CB-E885DCDF03CE}"/>
              </a:ext>
            </a:extLst>
          </p:cNvPr>
          <p:cNvSpPr/>
          <p:nvPr/>
        </p:nvSpPr>
        <p:spPr bwMode="auto">
          <a:xfrm rot="5400000">
            <a:off x="3002154" y="1966456"/>
            <a:ext cx="1101012" cy="116160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403D9C-89F1-42D8-BCE3-D478D85342D5}"/>
              </a:ext>
            </a:extLst>
          </p:cNvPr>
          <p:cNvCxnSpPr/>
          <p:nvPr/>
        </p:nvCxnSpPr>
        <p:spPr bwMode="auto">
          <a:xfrm>
            <a:off x="2848946" y="2550367"/>
            <a:ext cx="1362148" cy="0"/>
          </a:xfrm>
          <a:prstGeom prst="line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25F640B-C09C-4416-AAE3-5D4B3B2C605B}"/>
              </a:ext>
            </a:extLst>
          </p:cNvPr>
          <p:cNvSpPr txBox="1"/>
          <p:nvPr/>
        </p:nvSpPr>
        <p:spPr>
          <a:xfrm>
            <a:off x="6699380" y="4013234"/>
            <a:ext cx="198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R</a:t>
            </a:r>
            <a:r>
              <a:rPr lang="en-US" sz="2400" i="1" baseline="-25000" dirty="0"/>
              <a:t>V5</a:t>
            </a:r>
            <a:r>
              <a:rPr lang="en-US" sz="2400" i="1" dirty="0"/>
              <a:t>=R</a:t>
            </a:r>
            <a:r>
              <a:rPr lang="en-US" sz="2400" i="1" baseline="-25000" dirty="0"/>
              <a:t>1</a:t>
            </a:r>
            <a:r>
              <a:rPr lang="en-US" sz="2400" i="1" dirty="0"/>
              <a:t>+R</a:t>
            </a:r>
            <a:r>
              <a:rPr lang="en-US" sz="2400" i="1" baseline="-25000" dirty="0"/>
              <a:t>v4</a:t>
            </a:r>
            <a:endParaRPr lang="nl-NL" sz="2400" i="1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C202A-5C81-424D-BC7E-E47E76FE9EA1}"/>
              </a:ext>
            </a:extLst>
          </p:cNvPr>
          <p:cNvSpPr txBox="1"/>
          <p:nvPr/>
        </p:nvSpPr>
        <p:spPr>
          <a:xfrm>
            <a:off x="3065105" y="4020525"/>
            <a:ext cx="1688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U</a:t>
            </a:r>
            <a:r>
              <a:rPr lang="en-US" sz="2400" i="1" baseline="-25000" dirty="0"/>
              <a:t>s</a:t>
            </a:r>
            <a:r>
              <a:rPr lang="en-US" sz="2400" i="1" dirty="0"/>
              <a:t>=I</a:t>
            </a:r>
            <a:r>
              <a:rPr lang="en-US" sz="2400" i="1" baseline="-25000" dirty="0"/>
              <a:t>s</a:t>
            </a:r>
            <a:r>
              <a:rPr lang="en-US" sz="2400" i="1" dirty="0"/>
              <a:t>R</a:t>
            </a:r>
            <a:r>
              <a:rPr lang="en-US" sz="2400" i="1" baseline="-25000" dirty="0"/>
              <a:t>v5</a:t>
            </a:r>
            <a:endParaRPr lang="nl-NL" sz="2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403437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15"/>
    </mc:Choice>
    <mc:Fallback xmlns="">
      <p:transition spd="slow" advTm="31315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B613-7EB4-0734-F968-22C91252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5764C-0623-A9B9-A183-526CF8A7F6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EB004-C2D7-E139-E130-7EF7523B96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D9D4D-EA43-CEB7-B3BE-AC2517A6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ACC6E-2CE6-4215-AF11-FBB983B6BBBE}" type="slidenum">
              <a:rPr lang="nl-NL" altLang="nl-NL" smtClean="0"/>
              <a:pPr/>
              <a:t>43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0219698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 descr="fig 2_10a">
            <a:extLst>
              <a:ext uri="{FF2B5EF4-FFF2-40B4-BE49-F238E27FC236}">
                <a16:creationId xmlns:a16="http://schemas.microsoft.com/office/drawing/2014/main" id="{60EF2F31-0589-4DA8-BB48-E4593687371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7525" y="554038"/>
            <a:ext cx="5435600" cy="24241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47" name="Picture 5" descr="fig 2_10a">
            <a:extLst>
              <a:ext uri="{FF2B5EF4-FFF2-40B4-BE49-F238E27FC236}">
                <a16:creationId xmlns:a16="http://schemas.microsoft.com/office/drawing/2014/main" id="{037E2C96-ECAE-4D40-8775-37BA31ACB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3557588"/>
            <a:ext cx="5735637" cy="255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6">
            <a:extLst>
              <a:ext uri="{FF2B5EF4-FFF2-40B4-BE49-F238E27FC236}">
                <a16:creationId xmlns:a16="http://schemas.microsoft.com/office/drawing/2014/main" id="{36F175F8-6A7D-46D4-A9F0-EA67F05A4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950" y="1331913"/>
            <a:ext cx="1449388" cy="12668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749" name="Rectangle 7">
            <a:extLst>
              <a:ext uri="{FF2B5EF4-FFF2-40B4-BE49-F238E27FC236}">
                <a16:creationId xmlns:a16="http://schemas.microsoft.com/office/drawing/2014/main" id="{333D75A8-7C67-4BE4-BD5D-33DE3D656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5" y="4546600"/>
            <a:ext cx="382588" cy="9794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750" name="Rectangle 8">
            <a:extLst>
              <a:ext uri="{FF2B5EF4-FFF2-40B4-BE49-F238E27FC236}">
                <a16:creationId xmlns:a16="http://schemas.microsoft.com/office/drawing/2014/main" id="{B8963041-6E4F-477A-8456-48C852B40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4206875"/>
            <a:ext cx="936625" cy="1631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nl-NL" sz="32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751" name="Text Box 9">
            <a:extLst>
              <a:ext uri="{FF2B5EF4-FFF2-40B4-BE49-F238E27FC236}">
                <a16:creationId xmlns:a16="http://schemas.microsoft.com/office/drawing/2014/main" id="{8E944B6F-0EEF-4976-888B-366BB748F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454150"/>
            <a:ext cx="1612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nl-NL" sz="3600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31752" name="Text Box 10">
            <a:extLst>
              <a:ext uri="{FF2B5EF4-FFF2-40B4-BE49-F238E27FC236}">
                <a16:creationId xmlns:a16="http://schemas.microsoft.com/office/drawing/2014/main" id="{75AE88B3-6F4C-46F4-A2C2-4B33AE34C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300" y="1538288"/>
            <a:ext cx="317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nl-NL" sz="1800" i="1">
                <a:latin typeface="Arial" panose="020B0604020202020204" pitchFamily="34" charset="0"/>
              </a:rPr>
              <a:t>U</a:t>
            </a:r>
          </a:p>
        </p:txBody>
      </p:sp>
      <p:sp>
        <p:nvSpPr>
          <p:cNvPr id="31753" name="Text Box 11">
            <a:extLst>
              <a:ext uri="{FF2B5EF4-FFF2-40B4-BE49-F238E27FC236}">
                <a16:creationId xmlns:a16="http://schemas.microsoft.com/office/drawing/2014/main" id="{BEC4FF4A-9EE1-49A6-8ACD-6A7DAF95C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488" y="4537075"/>
            <a:ext cx="317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nl-NL" sz="1800" i="1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31754" name="Slide Number Placeholder 1">
            <a:extLst>
              <a:ext uri="{FF2B5EF4-FFF2-40B4-BE49-F238E27FC236}">
                <a16:creationId xmlns:a16="http://schemas.microsoft.com/office/drawing/2014/main" id="{484920D4-A4F6-4E4C-8569-C4BD3474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0A4AD6-5DF0-4C60-8268-23B89F3AB526}" type="slidenum">
              <a:rPr lang="nl-NL" altLang="nl-NL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nl-NL" altLang="nl-NL" sz="140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B0A91C-F8F2-62C1-812F-90B64E297E62}"/>
              </a:ext>
            </a:extLst>
          </p:cNvPr>
          <p:cNvSpPr txBox="1"/>
          <p:nvPr/>
        </p:nvSpPr>
        <p:spPr>
          <a:xfrm>
            <a:off x="5653548" y="5614228"/>
            <a:ext cx="3382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</a:t>
            </a:r>
            <a:r>
              <a:rPr lang="en-US" sz="2400" baseline="-25000" dirty="0"/>
              <a:t>2</a:t>
            </a:r>
            <a:r>
              <a:rPr lang="en-US" sz="2400" baseline="30000" dirty="0"/>
              <a:t>tot</a:t>
            </a:r>
            <a:r>
              <a:rPr lang="en-US" sz="2400" dirty="0"/>
              <a:t> = U</a:t>
            </a:r>
            <a:r>
              <a:rPr lang="en-US" sz="2400" baseline="-25000" dirty="0"/>
              <a:t>2</a:t>
            </a:r>
            <a:r>
              <a:rPr lang="en-US" sz="2400" baseline="30000" dirty="0"/>
              <a:t>(1) </a:t>
            </a:r>
            <a:r>
              <a:rPr lang="en-US" sz="2400" dirty="0"/>
              <a:t>+ U</a:t>
            </a:r>
            <a:r>
              <a:rPr lang="en-US" sz="2400" baseline="-25000" dirty="0"/>
              <a:t>2</a:t>
            </a:r>
            <a:r>
              <a:rPr lang="en-US" sz="2400" baseline="30000" dirty="0"/>
              <a:t>(3)</a:t>
            </a:r>
            <a:endParaRPr lang="nl-NL" sz="2400" baseline="30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9830A-F1B2-6947-B3C4-4E2AEECF0434}"/>
              </a:ext>
            </a:extLst>
          </p:cNvPr>
          <p:cNvSpPr txBox="1"/>
          <p:nvPr/>
        </p:nvSpPr>
        <p:spPr>
          <a:xfrm>
            <a:off x="5653548" y="2497394"/>
            <a:ext cx="33822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Spanningsdeling</a:t>
            </a:r>
            <a:r>
              <a:rPr lang="en-US" sz="2400" dirty="0"/>
              <a:t>:</a:t>
            </a:r>
          </a:p>
          <a:p>
            <a:r>
              <a:rPr lang="en-US" sz="2400" dirty="0"/>
              <a:t>U</a:t>
            </a:r>
            <a:r>
              <a:rPr lang="en-US" sz="2400" baseline="-25000" dirty="0"/>
              <a:t>2</a:t>
            </a:r>
            <a:r>
              <a:rPr lang="en-US" sz="2400" baseline="30000" dirty="0"/>
              <a:t>(1)</a:t>
            </a:r>
            <a:r>
              <a:rPr lang="en-US" sz="2400" dirty="0"/>
              <a:t> = R</a:t>
            </a:r>
            <a:r>
              <a:rPr lang="en-US" sz="2400" baseline="-25000" dirty="0"/>
              <a:t>2</a:t>
            </a:r>
            <a:r>
              <a:rPr lang="en-US" sz="2400" dirty="0"/>
              <a:t>/(R</a:t>
            </a:r>
            <a:r>
              <a:rPr lang="en-US" sz="2400" baseline="-25000" dirty="0"/>
              <a:t>1</a:t>
            </a:r>
            <a:r>
              <a:rPr lang="en-US" sz="2400" dirty="0"/>
              <a:t>+R2) * U</a:t>
            </a:r>
            <a:r>
              <a:rPr lang="en-US" sz="2400" baseline="-25000" dirty="0"/>
              <a:t>1</a:t>
            </a:r>
            <a:endParaRPr lang="nl-NL" sz="2400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9283B-151A-937A-7449-0A772A09205D}"/>
              </a:ext>
            </a:extLst>
          </p:cNvPr>
          <p:cNvSpPr txBox="1"/>
          <p:nvPr/>
        </p:nvSpPr>
        <p:spPr>
          <a:xfrm>
            <a:off x="5653548" y="3785425"/>
            <a:ext cx="3382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</a:t>
            </a:r>
            <a:r>
              <a:rPr lang="en-US" sz="2400" baseline="-25000" dirty="0"/>
              <a:t>2</a:t>
            </a:r>
            <a:r>
              <a:rPr lang="en-US" sz="2400" baseline="30000" dirty="0"/>
              <a:t>(3)</a:t>
            </a:r>
            <a:r>
              <a:rPr lang="en-US" sz="2400" dirty="0"/>
              <a:t> = (R</a:t>
            </a:r>
            <a:r>
              <a:rPr lang="en-US" sz="2400" baseline="-25000" dirty="0"/>
              <a:t>2</a:t>
            </a:r>
            <a:r>
              <a:rPr lang="en-US" sz="2400" dirty="0"/>
              <a:t>//R</a:t>
            </a:r>
            <a:r>
              <a:rPr lang="en-US" sz="2400" baseline="-25000" dirty="0"/>
              <a:t>1</a:t>
            </a:r>
            <a:r>
              <a:rPr lang="en-US" sz="2400" dirty="0"/>
              <a:t>) * I</a:t>
            </a:r>
            <a:r>
              <a:rPr lang="en-US" sz="2400" baseline="-25000" dirty="0"/>
              <a:t>3</a:t>
            </a:r>
            <a:endParaRPr lang="nl-NL" sz="2400" baseline="-25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655"/>
    </mc:Choice>
    <mc:Fallback xmlns="">
      <p:transition spd="slow" advTm="636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nl-NL" sz="3200" b="0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nl-NL" sz="3200" b="0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13091</TotalTime>
  <Words>551</Words>
  <Application>Microsoft Office PowerPoint</Application>
  <PresentationFormat>Diavoorstelling (4:3)</PresentationFormat>
  <Paragraphs>245</Paragraphs>
  <Slides>44</Slides>
  <Notes>38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44</vt:i4>
      </vt:variant>
    </vt:vector>
  </HeadingPairs>
  <TitlesOfParts>
    <vt:vector size="51" baseType="lpstr">
      <vt:lpstr>Arial</vt:lpstr>
      <vt:lpstr>Cambria Math</vt:lpstr>
      <vt:lpstr>Symbol</vt:lpstr>
      <vt:lpstr>Times New Roman</vt:lpstr>
      <vt:lpstr>Verdana</vt:lpstr>
      <vt:lpstr>Default Design</vt:lpstr>
      <vt:lpstr>Equation</vt:lpstr>
      <vt:lpstr>Meten en verwerken van signalen</vt:lpstr>
      <vt:lpstr>Meet- en verwerkingsproces</vt:lpstr>
      <vt:lpstr>Netwerkanalyse:</vt:lpstr>
      <vt:lpstr>Vb. Tijdonafhankelijk netwerk</vt:lpstr>
      <vt:lpstr>Complexe netwerken</vt:lpstr>
      <vt:lpstr>Vereenvoudigingstechnieken</vt:lpstr>
      <vt:lpstr>1) Vervangweerstand</vt:lpstr>
      <vt:lpstr>Serieschakeling (spanningsdeling)</vt:lpstr>
      <vt:lpstr>Serieschakeling (spanningsdeling)</vt:lpstr>
      <vt:lpstr>Parallelschakeling (stroomdeling)</vt:lpstr>
      <vt:lpstr>Opgaven</vt:lpstr>
      <vt:lpstr>2) Superpositie</vt:lpstr>
      <vt:lpstr>2) Superpositie</vt:lpstr>
      <vt:lpstr>2) Superpositie</vt:lpstr>
      <vt:lpstr>PowerPoint-presentatie</vt:lpstr>
      <vt:lpstr>Opgaven</vt:lpstr>
      <vt:lpstr>3) Equivalente netwerken (brontransformatie)</vt:lpstr>
      <vt:lpstr>Thévenin-equivalent</vt:lpstr>
      <vt:lpstr>Norton-equivalent</vt:lpstr>
      <vt:lpstr>3) Equivalente netwerken (brontransformatie)</vt:lpstr>
      <vt:lpstr>3) Equivalente netwerken (brontransformatie)</vt:lpstr>
      <vt:lpstr>3) Equivalente netwerken (brontransformatie)</vt:lpstr>
      <vt:lpstr>Opgaven</vt:lpstr>
      <vt:lpstr>Complexe netwerken</vt:lpstr>
      <vt:lpstr>Tijdafhankelijke netwerken</vt:lpstr>
      <vt:lpstr>Passieve netwerkelementen</vt:lpstr>
      <vt:lpstr>Tijdafhankelijke netwerken</vt:lpstr>
      <vt:lpstr>Tijdafhankelijke netwerken</vt:lpstr>
      <vt:lpstr>Tijdafhankelijke netwerken</vt:lpstr>
      <vt:lpstr>Tijdafhankelijke netwerken</vt:lpstr>
      <vt:lpstr>Tijdafhankelijke netwerken</vt:lpstr>
      <vt:lpstr>Tijdafhankelijke netwerken</vt:lpstr>
      <vt:lpstr>Tijdafhankelijke netwerken</vt:lpstr>
      <vt:lpstr>Tijdafhankelijke netwerken</vt:lpstr>
      <vt:lpstr>Tijdafhankelijke elementen</vt:lpstr>
      <vt:lpstr>Opgaven</vt:lpstr>
      <vt:lpstr>PowerPoint-presentatie</vt:lpstr>
      <vt:lpstr>Opgaven</vt:lpstr>
      <vt:lpstr>Opgaven</vt:lpstr>
      <vt:lpstr>Opgaven</vt:lpstr>
      <vt:lpstr>Opgaven</vt:lpstr>
      <vt:lpstr>Opgaven</vt:lpstr>
      <vt:lpstr>PowerPoint-presentatie</vt:lpstr>
      <vt:lpstr>PowerPoint-presentatie</vt:lpstr>
    </vt:vector>
  </TitlesOfParts>
  <Company>University of Twente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Techniques for Signal Analysis</dc:title>
  <dc:creator>Ciska Heida</dc:creator>
  <cp:lastModifiedBy>Mathijs Haitsma</cp:lastModifiedBy>
  <cp:revision>426</cp:revision>
  <dcterms:created xsi:type="dcterms:W3CDTF">2006-10-12T15:02:38Z</dcterms:created>
  <dcterms:modified xsi:type="dcterms:W3CDTF">2026-04-07T14:20:42Z</dcterms:modified>
</cp:coreProperties>
</file>